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7" r:id="rId2"/>
    <p:sldId id="287" r:id="rId3"/>
    <p:sldId id="269" r:id="rId4"/>
    <p:sldId id="273" r:id="rId5"/>
    <p:sldId id="275" r:id="rId6"/>
    <p:sldId id="285" r:id="rId7"/>
    <p:sldId id="286" r:id="rId8"/>
    <p:sldId id="288" r:id="rId9"/>
    <p:sldId id="290" r:id="rId10"/>
    <p:sldId id="292" r:id="rId11"/>
    <p:sldId id="291" r:id="rId12"/>
    <p:sldId id="289" r:id="rId13"/>
    <p:sldId id="283" r:id="rId14"/>
    <p:sldId id="265" r:id="rId15"/>
    <p:sldId id="278" r:id="rId16"/>
    <p:sldId id="274" r:id="rId17"/>
    <p:sldId id="272" r:id="rId18"/>
    <p:sldId id="284" r:id="rId19"/>
    <p:sldId id="264" r:id="rId20"/>
    <p:sldId id="276" r:id="rId21"/>
    <p:sldId id="27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890F63"/>
    <a:srgbClr val="558B0D"/>
    <a:srgbClr val="1C7C45"/>
    <a:srgbClr val="3D8A0E"/>
    <a:srgbClr val="128986"/>
    <a:srgbClr val="A5275A"/>
    <a:srgbClr val="CB9E1F"/>
    <a:srgbClr val="1B7D6A"/>
    <a:srgbClr val="003D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FA5C32-15E6-4B27-B895-BE1CA809EE41}" v="31" dt="2024-12-06T22:33:11.4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048" autoAdjust="0"/>
  </p:normalViewPr>
  <p:slideViewPr>
    <p:cSldViewPr snapToGrid="0">
      <p:cViewPr varScale="1">
        <p:scale>
          <a:sx n="52" d="100"/>
          <a:sy n="52" d="100"/>
        </p:scale>
        <p:origin x="12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jurjo Barrio, Alicia (349B-Affiliate)" userId="97258808-7afd-451b-a707-8a569ee59dbc" providerId="ADAL" clId="{7CFA5C32-15E6-4B27-B895-BE1CA809EE41}"/>
    <pc:docChg chg="undo custSel addSld delSld modSld sldOrd">
      <pc:chgData name="Sanjurjo Barrio, Alicia (349B-Affiliate)" userId="97258808-7afd-451b-a707-8a569ee59dbc" providerId="ADAL" clId="{7CFA5C32-15E6-4B27-B895-BE1CA809EE41}" dt="2024-12-08T21:10:46.802" v="4356" actId="478"/>
      <pc:docMkLst>
        <pc:docMk/>
      </pc:docMkLst>
      <pc:sldChg chg="modSp mod">
        <pc:chgData name="Sanjurjo Barrio, Alicia (349B-Affiliate)" userId="97258808-7afd-451b-a707-8a569ee59dbc" providerId="ADAL" clId="{7CFA5C32-15E6-4B27-B895-BE1CA809EE41}" dt="2024-12-05T19:05:56.267" v="125" actId="20577"/>
        <pc:sldMkLst>
          <pc:docMk/>
          <pc:sldMk cId="1301117103" sldId="257"/>
        </pc:sldMkLst>
        <pc:spChg chg="mod">
          <ac:chgData name="Sanjurjo Barrio, Alicia (349B-Affiliate)" userId="97258808-7afd-451b-a707-8a569ee59dbc" providerId="ADAL" clId="{7CFA5C32-15E6-4B27-B895-BE1CA809EE41}" dt="2024-12-05T19:05:02.916" v="14" actId="20577"/>
          <ac:spMkLst>
            <pc:docMk/>
            <pc:sldMk cId="1301117103" sldId="257"/>
            <ac:spMk id="2" creationId="{2C4F746A-6AB4-7796-B064-C46CBEC15259}"/>
          </ac:spMkLst>
        </pc:spChg>
        <pc:spChg chg="mod">
          <ac:chgData name="Sanjurjo Barrio, Alicia (349B-Affiliate)" userId="97258808-7afd-451b-a707-8a569ee59dbc" providerId="ADAL" clId="{7CFA5C32-15E6-4B27-B895-BE1CA809EE41}" dt="2024-12-05T19:05:56.267" v="125" actId="20577"/>
          <ac:spMkLst>
            <pc:docMk/>
            <pc:sldMk cId="1301117103" sldId="257"/>
            <ac:spMk id="3" creationId="{2B571E81-BFC0-A108-3EE4-2183025540FD}"/>
          </ac:spMkLst>
        </pc:spChg>
        <pc:spChg chg="mod">
          <ac:chgData name="Sanjurjo Barrio, Alicia (349B-Affiliate)" userId="97258808-7afd-451b-a707-8a569ee59dbc" providerId="ADAL" clId="{7CFA5C32-15E6-4B27-B895-BE1CA809EE41}" dt="2024-12-05T19:05:44.869" v="109" actId="20577"/>
          <ac:spMkLst>
            <pc:docMk/>
            <pc:sldMk cId="1301117103" sldId="257"/>
            <ac:spMk id="5" creationId="{933CDEDD-0AD5-3176-AD1F-20D9280387F5}"/>
          </ac:spMkLst>
        </pc:spChg>
      </pc:sldChg>
      <pc:sldChg chg="del">
        <pc:chgData name="Sanjurjo Barrio, Alicia (349B-Affiliate)" userId="97258808-7afd-451b-a707-8a569ee59dbc" providerId="ADAL" clId="{7CFA5C32-15E6-4B27-B895-BE1CA809EE41}" dt="2024-12-05T19:06:51.867" v="133" actId="2696"/>
        <pc:sldMkLst>
          <pc:docMk/>
          <pc:sldMk cId="2395259401" sldId="258"/>
        </pc:sldMkLst>
      </pc:sldChg>
      <pc:sldChg chg="ord">
        <pc:chgData name="Sanjurjo Barrio, Alicia (349B-Affiliate)" userId="97258808-7afd-451b-a707-8a569ee59dbc" providerId="ADAL" clId="{7CFA5C32-15E6-4B27-B895-BE1CA809EE41}" dt="2024-12-05T19:08:02.775" v="150"/>
        <pc:sldMkLst>
          <pc:docMk/>
          <pc:sldMk cId="1124948956" sldId="264"/>
        </pc:sldMkLst>
      </pc:sldChg>
      <pc:sldChg chg="ord">
        <pc:chgData name="Sanjurjo Barrio, Alicia (349B-Affiliate)" userId="97258808-7afd-451b-a707-8a569ee59dbc" providerId="ADAL" clId="{7CFA5C32-15E6-4B27-B895-BE1CA809EE41}" dt="2024-12-06T22:18:47.319" v="4038"/>
        <pc:sldMkLst>
          <pc:docMk/>
          <pc:sldMk cId="3469335780" sldId="265"/>
        </pc:sldMkLst>
      </pc:sldChg>
      <pc:sldChg chg="addSp delSp modSp mod ord">
        <pc:chgData name="Sanjurjo Barrio, Alicia (349B-Affiliate)" userId="97258808-7afd-451b-a707-8a569ee59dbc" providerId="ADAL" clId="{7CFA5C32-15E6-4B27-B895-BE1CA809EE41}" dt="2024-12-05T22:39:54.321" v="1189" actId="478"/>
        <pc:sldMkLst>
          <pc:docMk/>
          <pc:sldMk cId="2146347292" sldId="269"/>
        </pc:sldMkLst>
        <pc:spChg chg="add del mod">
          <ac:chgData name="Sanjurjo Barrio, Alicia (349B-Affiliate)" userId="97258808-7afd-451b-a707-8a569ee59dbc" providerId="ADAL" clId="{7CFA5C32-15E6-4B27-B895-BE1CA809EE41}" dt="2024-12-05T22:39:54.321" v="1189" actId="478"/>
          <ac:spMkLst>
            <pc:docMk/>
            <pc:sldMk cId="2146347292" sldId="269"/>
            <ac:spMk id="7" creationId="{3D5E6AE3-8728-7384-B775-5DAA758A8D52}"/>
          </ac:spMkLst>
        </pc:spChg>
        <pc:spChg chg="mod">
          <ac:chgData name="Sanjurjo Barrio, Alicia (349B-Affiliate)" userId="97258808-7afd-451b-a707-8a569ee59dbc" providerId="ADAL" clId="{7CFA5C32-15E6-4B27-B895-BE1CA809EE41}" dt="2024-12-05T19:06:45.347" v="132" actId="20577"/>
          <ac:spMkLst>
            <pc:docMk/>
            <pc:sldMk cId="2146347292" sldId="269"/>
            <ac:spMk id="10" creationId="{BFA687A0-F2A1-C81E-5125-62BE1007152A}"/>
          </ac:spMkLst>
        </pc:spChg>
      </pc:sldChg>
      <pc:sldChg chg="ord">
        <pc:chgData name="Sanjurjo Barrio, Alicia (349B-Affiliate)" userId="97258808-7afd-451b-a707-8a569ee59dbc" providerId="ADAL" clId="{7CFA5C32-15E6-4B27-B895-BE1CA809EE41}" dt="2024-12-05T20:37:07.239" v="957"/>
        <pc:sldMkLst>
          <pc:docMk/>
          <pc:sldMk cId="4156065764" sldId="272"/>
        </pc:sldMkLst>
      </pc:sldChg>
      <pc:sldChg chg="ord">
        <pc:chgData name="Sanjurjo Barrio, Alicia (349B-Affiliate)" userId="97258808-7afd-451b-a707-8a569ee59dbc" providerId="ADAL" clId="{7CFA5C32-15E6-4B27-B895-BE1CA809EE41}" dt="2024-12-05T20:37:12.106" v="959"/>
        <pc:sldMkLst>
          <pc:docMk/>
          <pc:sldMk cId="3074970625" sldId="274"/>
        </pc:sldMkLst>
      </pc:sldChg>
      <pc:sldChg chg="addSp delSp modSp mod">
        <pc:chgData name="Sanjurjo Barrio, Alicia (349B-Affiliate)" userId="97258808-7afd-451b-a707-8a569ee59dbc" providerId="ADAL" clId="{7CFA5C32-15E6-4B27-B895-BE1CA809EE41}" dt="2024-12-05T22:39:48.792" v="1188" actId="478"/>
        <pc:sldMkLst>
          <pc:docMk/>
          <pc:sldMk cId="1632519118" sldId="275"/>
        </pc:sldMkLst>
        <pc:spChg chg="add del mod">
          <ac:chgData name="Sanjurjo Barrio, Alicia (349B-Affiliate)" userId="97258808-7afd-451b-a707-8a569ee59dbc" providerId="ADAL" clId="{7CFA5C32-15E6-4B27-B895-BE1CA809EE41}" dt="2024-12-05T22:39:48.792" v="1188" actId="478"/>
          <ac:spMkLst>
            <pc:docMk/>
            <pc:sldMk cId="1632519118" sldId="275"/>
            <ac:spMk id="3" creationId="{BE075618-26C7-CD52-1446-D49080331505}"/>
          </ac:spMkLst>
        </pc:spChg>
      </pc:sldChg>
      <pc:sldChg chg="ord">
        <pc:chgData name="Sanjurjo Barrio, Alicia (349B-Affiliate)" userId="97258808-7afd-451b-a707-8a569ee59dbc" providerId="ADAL" clId="{7CFA5C32-15E6-4B27-B895-BE1CA809EE41}" dt="2024-12-05T19:08:01.428" v="148"/>
        <pc:sldMkLst>
          <pc:docMk/>
          <pc:sldMk cId="1867910072" sldId="276"/>
        </pc:sldMkLst>
      </pc:sldChg>
      <pc:sldChg chg="ord">
        <pc:chgData name="Sanjurjo Barrio, Alicia (349B-Affiliate)" userId="97258808-7afd-451b-a707-8a569ee59dbc" providerId="ADAL" clId="{7CFA5C32-15E6-4B27-B895-BE1CA809EE41}" dt="2024-12-05T20:37:29.702" v="961"/>
        <pc:sldMkLst>
          <pc:docMk/>
          <pc:sldMk cId="2789452304" sldId="278"/>
        </pc:sldMkLst>
      </pc:sldChg>
      <pc:sldChg chg="del">
        <pc:chgData name="Sanjurjo Barrio, Alicia (349B-Affiliate)" userId="97258808-7afd-451b-a707-8a569ee59dbc" providerId="ADAL" clId="{7CFA5C32-15E6-4B27-B895-BE1CA809EE41}" dt="2024-12-05T19:07:48.597" v="142" actId="2696"/>
        <pc:sldMkLst>
          <pc:docMk/>
          <pc:sldMk cId="3852962971" sldId="279"/>
        </pc:sldMkLst>
      </pc:sldChg>
      <pc:sldChg chg="del">
        <pc:chgData name="Sanjurjo Barrio, Alicia (349B-Affiliate)" userId="97258808-7afd-451b-a707-8a569ee59dbc" providerId="ADAL" clId="{7CFA5C32-15E6-4B27-B895-BE1CA809EE41}" dt="2024-12-05T19:07:02.655" v="136" actId="2696"/>
        <pc:sldMkLst>
          <pc:docMk/>
          <pc:sldMk cId="3676945368" sldId="280"/>
        </pc:sldMkLst>
      </pc:sldChg>
      <pc:sldChg chg="del">
        <pc:chgData name="Sanjurjo Barrio, Alicia (349B-Affiliate)" userId="97258808-7afd-451b-a707-8a569ee59dbc" providerId="ADAL" clId="{7CFA5C32-15E6-4B27-B895-BE1CA809EE41}" dt="2024-12-05T19:07:17.989" v="139" actId="2696"/>
        <pc:sldMkLst>
          <pc:docMk/>
          <pc:sldMk cId="2986619785" sldId="281"/>
        </pc:sldMkLst>
      </pc:sldChg>
      <pc:sldChg chg="del">
        <pc:chgData name="Sanjurjo Barrio, Alicia (349B-Affiliate)" userId="97258808-7afd-451b-a707-8a569ee59dbc" providerId="ADAL" clId="{7CFA5C32-15E6-4B27-B895-BE1CA809EE41}" dt="2024-12-05T19:08:08.445" v="151" actId="2696"/>
        <pc:sldMkLst>
          <pc:docMk/>
          <pc:sldMk cId="78437125" sldId="282"/>
        </pc:sldMkLst>
      </pc:sldChg>
      <pc:sldChg chg="del">
        <pc:chgData name="Sanjurjo Barrio, Alicia (349B-Affiliate)" userId="97258808-7afd-451b-a707-8a569ee59dbc" providerId="ADAL" clId="{7CFA5C32-15E6-4B27-B895-BE1CA809EE41}" dt="2024-12-05T19:08:15.527" v="152" actId="2696"/>
        <pc:sldMkLst>
          <pc:docMk/>
          <pc:sldMk cId="1193685131" sldId="284"/>
        </pc:sldMkLst>
      </pc:sldChg>
      <pc:sldChg chg="delSp modSp add mod ord">
        <pc:chgData name="Sanjurjo Barrio, Alicia (349B-Affiliate)" userId="97258808-7afd-451b-a707-8a569ee59dbc" providerId="ADAL" clId="{7CFA5C32-15E6-4B27-B895-BE1CA809EE41}" dt="2024-12-05T20:09:54.242" v="633"/>
        <pc:sldMkLst>
          <pc:docMk/>
          <pc:sldMk cId="1571839387" sldId="284"/>
        </pc:sldMkLst>
        <pc:spChg chg="mod">
          <ac:chgData name="Sanjurjo Barrio, Alicia (349B-Affiliate)" userId="97258808-7afd-451b-a707-8a569ee59dbc" providerId="ADAL" clId="{7CFA5C32-15E6-4B27-B895-BE1CA809EE41}" dt="2024-12-05T19:08:44.418" v="164" actId="20577"/>
          <ac:spMkLst>
            <pc:docMk/>
            <pc:sldMk cId="1571839387" sldId="284"/>
            <ac:spMk id="2" creationId="{A2352344-CEB6-020A-515D-BBB5B604CBE1}"/>
          </ac:spMkLst>
        </pc:spChg>
        <pc:spChg chg="mod">
          <ac:chgData name="Sanjurjo Barrio, Alicia (349B-Affiliate)" userId="97258808-7afd-451b-a707-8a569ee59dbc" providerId="ADAL" clId="{7CFA5C32-15E6-4B27-B895-BE1CA809EE41}" dt="2024-12-05T19:14:43.689" v="630" actId="20577"/>
          <ac:spMkLst>
            <pc:docMk/>
            <pc:sldMk cId="1571839387" sldId="284"/>
            <ac:spMk id="5" creationId="{38D1ECC9-3ECA-B9E8-308C-A5B8BD61B9CA}"/>
          </ac:spMkLst>
        </pc:spChg>
        <pc:spChg chg="del">
          <ac:chgData name="Sanjurjo Barrio, Alicia (349B-Affiliate)" userId="97258808-7afd-451b-a707-8a569ee59dbc" providerId="ADAL" clId="{7CFA5C32-15E6-4B27-B895-BE1CA809EE41}" dt="2024-12-05T19:14:47.166" v="631" actId="478"/>
          <ac:spMkLst>
            <pc:docMk/>
            <pc:sldMk cId="1571839387" sldId="284"/>
            <ac:spMk id="14" creationId="{98C0C8B6-1F82-364B-4965-047EDE47B661}"/>
          </ac:spMkLst>
        </pc:spChg>
        <pc:picChg chg="del">
          <ac:chgData name="Sanjurjo Barrio, Alicia (349B-Affiliate)" userId="97258808-7afd-451b-a707-8a569ee59dbc" providerId="ADAL" clId="{7CFA5C32-15E6-4B27-B895-BE1CA809EE41}" dt="2024-12-05T19:09:04.377" v="165" actId="478"/>
          <ac:picMkLst>
            <pc:docMk/>
            <pc:sldMk cId="1571839387" sldId="284"/>
            <ac:picMk id="11" creationId="{79314492-8D6F-BF14-DE03-AC7761517F9C}"/>
          </ac:picMkLst>
        </pc:picChg>
        <pc:picChg chg="del">
          <ac:chgData name="Sanjurjo Barrio, Alicia (349B-Affiliate)" userId="97258808-7afd-451b-a707-8a569ee59dbc" providerId="ADAL" clId="{7CFA5C32-15E6-4B27-B895-BE1CA809EE41}" dt="2024-12-05T19:09:05.732" v="166" actId="478"/>
          <ac:picMkLst>
            <pc:docMk/>
            <pc:sldMk cId="1571839387" sldId="284"/>
            <ac:picMk id="12" creationId="{D5919100-76E8-2F4A-6D95-8659A5057C4F}"/>
          </ac:picMkLst>
        </pc:picChg>
      </pc:sldChg>
      <pc:sldChg chg="new del">
        <pc:chgData name="Sanjurjo Barrio, Alicia (349B-Affiliate)" userId="97258808-7afd-451b-a707-8a569ee59dbc" providerId="ADAL" clId="{7CFA5C32-15E6-4B27-B895-BE1CA809EE41}" dt="2024-12-05T19:08:27.766" v="154" actId="2696"/>
        <pc:sldMkLst>
          <pc:docMk/>
          <pc:sldMk cId="3853767529" sldId="284"/>
        </pc:sldMkLst>
      </pc:sldChg>
      <pc:sldChg chg="addSp delSp modSp add mod">
        <pc:chgData name="Sanjurjo Barrio, Alicia (349B-Affiliate)" userId="97258808-7afd-451b-a707-8a569ee59dbc" providerId="ADAL" clId="{7CFA5C32-15E6-4B27-B895-BE1CA809EE41}" dt="2024-12-06T22:15:34.523" v="3828" actId="20577"/>
        <pc:sldMkLst>
          <pc:docMk/>
          <pc:sldMk cId="857266585" sldId="285"/>
        </pc:sldMkLst>
        <pc:spChg chg="mod">
          <ac:chgData name="Sanjurjo Barrio, Alicia (349B-Affiliate)" userId="97258808-7afd-451b-a707-8a569ee59dbc" providerId="ADAL" clId="{7CFA5C32-15E6-4B27-B895-BE1CA809EE41}" dt="2024-12-06T22:14:14.426" v="3752" actId="20577"/>
          <ac:spMkLst>
            <pc:docMk/>
            <pc:sldMk cId="857266585" sldId="285"/>
            <ac:spMk id="2" creationId="{A2352344-CEB6-020A-515D-BBB5B604CBE1}"/>
          </ac:spMkLst>
        </pc:spChg>
        <pc:spChg chg="add mod">
          <ac:chgData name="Sanjurjo Barrio, Alicia (349B-Affiliate)" userId="97258808-7afd-451b-a707-8a569ee59dbc" providerId="ADAL" clId="{7CFA5C32-15E6-4B27-B895-BE1CA809EE41}" dt="2024-12-06T22:15:24.139" v="3808" actId="1076"/>
          <ac:spMkLst>
            <pc:docMk/>
            <pc:sldMk cId="857266585" sldId="285"/>
            <ac:spMk id="3" creationId="{99C31FCA-8704-E1C8-1144-4E53EF62E722}"/>
          </ac:spMkLst>
        </pc:spChg>
        <pc:spChg chg="add mod">
          <ac:chgData name="Sanjurjo Barrio, Alicia (349B-Affiliate)" userId="97258808-7afd-451b-a707-8a569ee59dbc" providerId="ADAL" clId="{7CFA5C32-15E6-4B27-B895-BE1CA809EE41}" dt="2024-12-06T22:15:34.523" v="3828" actId="20577"/>
          <ac:spMkLst>
            <pc:docMk/>
            <pc:sldMk cId="857266585" sldId="285"/>
            <ac:spMk id="5" creationId="{21FBAF94-EC05-B748-B2FB-167524D2A4B7}"/>
          </ac:spMkLst>
        </pc:spChg>
        <pc:spChg chg="del">
          <ac:chgData name="Sanjurjo Barrio, Alicia (349B-Affiliate)" userId="97258808-7afd-451b-a707-8a569ee59dbc" providerId="ADAL" clId="{7CFA5C32-15E6-4B27-B895-BE1CA809EE41}" dt="2024-12-05T20:10:18.227" v="663" actId="478"/>
          <ac:spMkLst>
            <pc:docMk/>
            <pc:sldMk cId="857266585" sldId="285"/>
            <ac:spMk id="5" creationId="{38D1ECC9-3ECA-B9E8-308C-A5B8BD61B9CA}"/>
          </ac:spMkLst>
        </pc:spChg>
        <pc:spChg chg="add del mod">
          <ac:chgData name="Sanjurjo Barrio, Alicia (349B-Affiliate)" userId="97258808-7afd-451b-a707-8a569ee59dbc" providerId="ADAL" clId="{7CFA5C32-15E6-4B27-B895-BE1CA809EE41}" dt="2024-12-05T20:15:16.758" v="686" actId="478"/>
          <ac:spMkLst>
            <pc:docMk/>
            <pc:sldMk cId="857266585" sldId="285"/>
            <ac:spMk id="8" creationId="{28EFC979-5E51-E2C5-5924-7B4668C7B0CE}"/>
          </ac:spMkLst>
        </pc:spChg>
        <pc:spChg chg="del">
          <ac:chgData name="Sanjurjo Barrio, Alicia (349B-Affiliate)" userId="97258808-7afd-451b-a707-8a569ee59dbc" providerId="ADAL" clId="{7CFA5C32-15E6-4B27-B895-BE1CA809EE41}" dt="2024-12-05T20:10:20.541" v="664" actId="478"/>
          <ac:spMkLst>
            <pc:docMk/>
            <pc:sldMk cId="857266585" sldId="285"/>
            <ac:spMk id="14" creationId="{98C0C8B6-1F82-364B-4965-047EDE47B661}"/>
          </ac:spMkLst>
        </pc:spChg>
        <pc:picChg chg="add mod">
          <ac:chgData name="Sanjurjo Barrio, Alicia (349B-Affiliate)" userId="97258808-7afd-451b-a707-8a569ee59dbc" providerId="ADAL" clId="{7CFA5C32-15E6-4B27-B895-BE1CA809EE41}" dt="2024-12-05T20:20:57.638" v="704" actId="1076"/>
          <ac:picMkLst>
            <pc:docMk/>
            <pc:sldMk cId="857266585" sldId="285"/>
            <ac:picMk id="7" creationId="{D33CB830-4DD7-6A67-724D-4EA5F72EE7D2}"/>
          </ac:picMkLst>
        </pc:picChg>
        <pc:picChg chg="add del mod">
          <ac:chgData name="Sanjurjo Barrio, Alicia (349B-Affiliate)" userId="97258808-7afd-451b-a707-8a569ee59dbc" providerId="ADAL" clId="{7CFA5C32-15E6-4B27-B895-BE1CA809EE41}" dt="2024-12-05T20:19:17.719" v="696" actId="478"/>
          <ac:picMkLst>
            <pc:docMk/>
            <pc:sldMk cId="857266585" sldId="285"/>
            <ac:picMk id="10" creationId="{D5F08D13-3144-D1C3-99D7-BB51A4905CB3}"/>
          </ac:picMkLst>
        </pc:picChg>
        <pc:picChg chg="del">
          <ac:chgData name="Sanjurjo Barrio, Alicia (349B-Affiliate)" userId="97258808-7afd-451b-a707-8a569ee59dbc" providerId="ADAL" clId="{7CFA5C32-15E6-4B27-B895-BE1CA809EE41}" dt="2024-12-05T20:10:25.046" v="665" actId="478"/>
          <ac:picMkLst>
            <pc:docMk/>
            <pc:sldMk cId="857266585" sldId="285"/>
            <ac:picMk id="11" creationId="{79314492-8D6F-BF14-DE03-AC7761517F9C}"/>
          </ac:picMkLst>
        </pc:picChg>
        <pc:picChg chg="del">
          <ac:chgData name="Sanjurjo Barrio, Alicia (349B-Affiliate)" userId="97258808-7afd-451b-a707-8a569ee59dbc" providerId="ADAL" clId="{7CFA5C32-15E6-4B27-B895-BE1CA809EE41}" dt="2024-12-05T20:10:25.046" v="665" actId="478"/>
          <ac:picMkLst>
            <pc:docMk/>
            <pc:sldMk cId="857266585" sldId="285"/>
            <ac:picMk id="12" creationId="{D5919100-76E8-2F4A-6D95-8659A5057C4F}"/>
          </ac:picMkLst>
        </pc:picChg>
        <pc:picChg chg="add mod">
          <ac:chgData name="Sanjurjo Barrio, Alicia (349B-Affiliate)" userId="97258808-7afd-451b-a707-8a569ee59dbc" providerId="ADAL" clId="{7CFA5C32-15E6-4B27-B895-BE1CA809EE41}" dt="2024-12-05T20:19:23.475" v="700" actId="1076"/>
          <ac:picMkLst>
            <pc:docMk/>
            <pc:sldMk cId="857266585" sldId="285"/>
            <ac:picMk id="15" creationId="{09596841-A529-1893-BCC6-142FCED9BC48}"/>
          </ac:picMkLst>
        </pc:picChg>
      </pc:sldChg>
      <pc:sldChg chg="del">
        <pc:chgData name="Sanjurjo Barrio, Alicia (349B-Affiliate)" userId="97258808-7afd-451b-a707-8a569ee59dbc" providerId="ADAL" clId="{7CFA5C32-15E6-4B27-B895-BE1CA809EE41}" dt="2024-12-05T19:07:40.766" v="140" actId="2696"/>
        <pc:sldMkLst>
          <pc:docMk/>
          <pc:sldMk cId="1999524918" sldId="285"/>
        </pc:sldMkLst>
      </pc:sldChg>
      <pc:sldChg chg="del">
        <pc:chgData name="Sanjurjo Barrio, Alicia (349B-Affiliate)" userId="97258808-7afd-451b-a707-8a569ee59dbc" providerId="ADAL" clId="{7CFA5C32-15E6-4B27-B895-BE1CA809EE41}" dt="2024-12-05T19:07:42.854" v="141" actId="2696"/>
        <pc:sldMkLst>
          <pc:docMk/>
          <pc:sldMk cId="546967478" sldId="286"/>
        </pc:sldMkLst>
      </pc:sldChg>
      <pc:sldChg chg="addSp delSp modSp add mod">
        <pc:chgData name="Sanjurjo Barrio, Alicia (349B-Affiliate)" userId="97258808-7afd-451b-a707-8a569ee59dbc" providerId="ADAL" clId="{7CFA5C32-15E6-4B27-B895-BE1CA809EE41}" dt="2024-12-08T21:10:46.802" v="4356" actId="478"/>
        <pc:sldMkLst>
          <pc:docMk/>
          <pc:sldMk cId="1806990035" sldId="286"/>
        </pc:sldMkLst>
        <pc:spChg chg="mod">
          <ac:chgData name="Sanjurjo Barrio, Alicia (349B-Affiliate)" userId="97258808-7afd-451b-a707-8a569ee59dbc" providerId="ADAL" clId="{7CFA5C32-15E6-4B27-B895-BE1CA809EE41}" dt="2024-12-05T20:34:26.061" v="720" actId="20577"/>
          <ac:spMkLst>
            <pc:docMk/>
            <pc:sldMk cId="1806990035" sldId="286"/>
            <ac:spMk id="2" creationId="{A2352344-CEB6-020A-515D-BBB5B604CBE1}"/>
          </ac:spMkLst>
        </pc:spChg>
        <pc:spChg chg="add mod">
          <ac:chgData name="Sanjurjo Barrio, Alicia (349B-Affiliate)" userId="97258808-7afd-451b-a707-8a569ee59dbc" providerId="ADAL" clId="{7CFA5C32-15E6-4B27-B895-BE1CA809EE41}" dt="2024-12-08T21:10:26.853" v="4352" actId="20577"/>
          <ac:spMkLst>
            <pc:docMk/>
            <pc:sldMk cId="1806990035" sldId="286"/>
            <ac:spMk id="3" creationId="{5507ED1D-5B40-4DAD-C5D8-B39CC34EE814}"/>
          </ac:spMkLst>
        </pc:spChg>
        <pc:picChg chg="add mod">
          <ac:chgData name="Sanjurjo Barrio, Alicia (349B-Affiliate)" userId="97258808-7afd-451b-a707-8a569ee59dbc" providerId="ADAL" clId="{7CFA5C32-15E6-4B27-B895-BE1CA809EE41}" dt="2024-12-08T21:10:46.250" v="4355" actId="1076"/>
          <ac:picMkLst>
            <pc:docMk/>
            <pc:sldMk cId="1806990035" sldId="286"/>
            <ac:picMk id="7" creationId="{4EC45912-2D8C-D8E6-1EC6-8D2580110FFA}"/>
          </ac:picMkLst>
        </pc:picChg>
        <pc:picChg chg="del">
          <ac:chgData name="Sanjurjo Barrio, Alicia (349B-Affiliate)" userId="97258808-7afd-451b-a707-8a569ee59dbc" providerId="ADAL" clId="{7CFA5C32-15E6-4B27-B895-BE1CA809EE41}" dt="2024-12-05T20:34:28.605" v="721" actId="478"/>
          <ac:picMkLst>
            <pc:docMk/>
            <pc:sldMk cId="1806990035" sldId="286"/>
            <ac:picMk id="7" creationId="{D33CB830-4DD7-6A67-724D-4EA5F72EE7D2}"/>
          </ac:picMkLst>
        </pc:picChg>
        <pc:picChg chg="add del mod">
          <ac:chgData name="Sanjurjo Barrio, Alicia (349B-Affiliate)" userId="97258808-7afd-451b-a707-8a569ee59dbc" providerId="ADAL" clId="{7CFA5C32-15E6-4B27-B895-BE1CA809EE41}" dt="2024-12-08T21:10:46.802" v="4356" actId="478"/>
          <ac:picMkLst>
            <pc:docMk/>
            <pc:sldMk cId="1806990035" sldId="286"/>
            <ac:picMk id="8" creationId="{038C8646-9A0B-7282-F2E8-CE9B878CD79B}"/>
          </ac:picMkLst>
        </pc:picChg>
        <pc:picChg chg="del">
          <ac:chgData name="Sanjurjo Barrio, Alicia (349B-Affiliate)" userId="97258808-7afd-451b-a707-8a569ee59dbc" providerId="ADAL" clId="{7CFA5C32-15E6-4B27-B895-BE1CA809EE41}" dt="2024-12-05T20:34:30.139" v="722" actId="478"/>
          <ac:picMkLst>
            <pc:docMk/>
            <pc:sldMk cId="1806990035" sldId="286"/>
            <ac:picMk id="15" creationId="{09596841-A529-1893-BCC6-142FCED9BC48}"/>
          </ac:picMkLst>
        </pc:picChg>
      </pc:sldChg>
      <pc:sldChg chg="addSp delSp modSp add mod ord">
        <pc:chgData name="Sanjurjo Barrio, Alicia (349B-Affiliate)" userId="97258808-7afd-451b-a707-8a569ee59dbc" providerId="ADAL" clId="{7CFA5C32-15E6-4B27-B895-BE1CA809EE41}" dt="2024-12-06T22:18:53.819" v="4040"/>
        <pc:sldMkLst>
          <pc:docMk/>
          <pc:sldMk cId="1056442133" sldId="287"/>
        </pc:sldMkLst>
        <pc:spChg chg="mod">
          <ac:chgData name="Sanjurjo Barrio, Alicia (349B-Affiliate)" userId="97258808-7afd-451b-a707-8a569ee59dbc" providerId="ADAL" clId="{7CFA5C32-15E6-4B27-B895-BE1CA809EE41}" dt="2024-12-05T20:34:53.364" v="731" actId="20577"/>
          <ac:spMkLst>
            <pc:docMk/>
            <pc:sldMk cId="1056442133" sldId="287"/>
            <ac:spMk id="2" creationId="{A2352344-CEB6-020A-515D-BBB5B604CBE1}"/>
          </ac:spMkLst>
        </pc:spChg>
        <pc:spChg chg="add mod">
          <ac:chgData name="Sanjurjo Barrio, Alicia (349B-Affiliate)" userId="97258808-7afd-451b-a707-8a569ee59dbc" providerId="ADAL" clId="{7CFA5C32-15E6-4B27-B895-BE1CA809EE41}" dt="2024-12-06T22:18:20.507" v="4036" actId="113"/>
          <ac:spMkLst>
            <pc:docMk/>
            <pc:sldMk cId="1056442133" sldId="287"/>
            <ac:spMk id="3" creationId="{1B133DDC-914F-3C69-9300-3E894691CFEB}"/>
          </ac:spMkLst>
        </pc:spChg>
        <pc:picChg chg="del">
          <ac:chgData name="Sanjurjo Barrio, Alicia (349B-Affiliate)" userId="97258808-7afd-451b-a707-8a569ee59dbc" providerId="ADAL" clId="{7CFA5C32-15E6-4B27-B895-BE1CA809EE41}" dt="2024-12-05T20:34:55.511" v="732" actId="478"/>
          <ac:picMkLst>
            <pc:docMk/>
            <pc:sldMk cId="1056442133" sldId="287"/>
            <ac:picMk id="7" creationId="{D33CB830-4DD7-6A67-724D-4EA5F72EE7D2}"/>
          </ac:picMkLst>
        </pc:picChg>
        <pc:picChg chg="del">
          <ac:chgData name="Sanjurjo Barrio, Alicia (349B-Affiliate)" userId="97258808-7afd-451b-a707-8a569ee59dbc" providerId="ADAL" clId="{7CFA5C32-15E6-4B27-B895-BE1CA809EE41}" dt="2024-12-05T20:34:57.293" v="733" actId="478"/>
          <ac:picMkLst>
            <pc:docMk/>
            <pc:sldMk cId="1056442133" sldId="287"/>
            <ac:picMk id="15" creationId="{09596841-A529-1893-BCC6-142FCED9BC48}"/>
          </ac:picMkLst>
        </pc:picChg>
      </pc:sldChg>
      <pc:sldChg chg="addSp modSp add mod ord">
        <pc:chgData name="Sanjurjo Barrio, Alicia (349B-Affiliate)" userId="97258808-7afd-451b-a707-8a569ee59dbc" providerId="ADAL" clId="{7CFA5C32-15E6-4B27-B895-BE1CA809EE41}" dt="2024-12-06T22:19:48.492" v="4046" actId="20577"/>
        <pc:sldMkLst>
          <pc:docMk/>
          <pc:sldMk cId="3356436387" sldId="288"/>
        </pc:sldMkLst>
        <pc:spChg chg="mod">
          <ac:chgData name="Sanjurjo Barrio, Alicia (349B-Affiliate)" userId="97258808-7afd-451b-a707-8a569ee59dbc" providerId="ADAL" clId="{7CFA5C32-15E6-4B27-B895-BE1CA809EE41}" dt="2024-12-06T22:19:48.492" v="4046" actId="20577"/>
          <ac:spMkLst>
            <pc:docMk/>
            <pc:sldMk cId="3356436387" sldId="288"/>
            <ac:spMk id="2" creationId="{A2352344-CEB6-020A-515D-BBB5B604CBE1}"/>
          </ac:spMkLst>
        </pc:spChg>
        <pc:spChg chg="mod">
          <ac:chgData name="Sanjurjo Barrio, Alicia (349B-Affiliate)" userId="97258808-7afd-451b-a707-8a569ee59dbc" providerId="ADAL" clId="{7CFA5C32-15E6-4B27-B895-BE1CA809EE41}" dt="2024-12-06T22:14:30.255" v="3753" actId="255"/>
          <ac:spMkLst>
            <pc:docMk/>
            <pc:sldMk cId="3356436387" sldId="288"/>
            <ac:spMk id="3" creationId="{5507ED1D-5B40-4DAD-C5D8-B39CC34EE814}"/>
          </ac:spMkLst>
        </pc:spChg>
        <pc:spChg chg="add mod">
          <ac:chgData name="Sanjurjo Barrio, Alicia (349B-Affiliate)" userId="97258808-7afd-451b-a707-8a569ee59dbc" providerId="ADAL" clId="{7CFA5C32-15E6-4B27-B895-BE1CA809EE41}" dt="2024-12-05T22:24:58.659" v="1173" actId="1076"/>
          <ac:spMkLst>
            <pc:docMk/>
            <pc:sldMk cId="3356436387" sldId="288"/>
            <ac:spMk id="8" creationId="{F965D48D-2865-D925-7512-F5AFFD3432D6}"/>
          </ac:spMkLst>
        </pc:spChg>
        <pc:spChg chg="add mod">
          <ac:chgData name="Sanjurjo Barrio, Alicia (349B-Affiliate)" userId="97258808-7afd-451b-a707-8a569ee59dbc" providerId="ADAL" clId="{7CFA5C32-15E6-4B27-B895-BE1CA809EE41}" dt="2024-12-05T22:25:15.933" v="1185" actId="20577"/>
          <ac:spMkLst>
            <pc:docMk/>
            <pc:sldMk cId="3356436387" sldId="288"/>
            <ac:spMk id="9" creationId="{76A15325-D44F-1C24-A4C2-50B1AB301D66}"/>
          </ac:spMkLst>
        </pc:spChg>
        <pc:spChg chg="add mod">
          <ac:chgData name="Sanjurjo Barrio, Alicia (349B-Affiliate)" userId="97258808-7afd-451b-a707-8a569ee59dbc" providerId="ADAL" clId="{7CFA5C32-15E6-4B27-B895-BE1CA809EE41}" dt="2024-12-06T22:13:07.727" v="3729" actId="1076"/>
          <ac:spMkLst>
            <pc:docMk/>
            <pc:sldMk cId="3356436387" sldId="288"/>
            <ac:spMk id="10" creationId="{229FC020-C8CC-4935-D9E4-CDB837A8E0A1}"/>
          </ac:spMkLst>
        </pc:spChg>
        <pc:spChg chg="add mod">
          <ac:chgData name="Sanjurjo Barrio, Alicia (349B-Affiliate)" userId="97258808-7afd-451b-a707-8a569ee59dbc" providerId="ADAL" clId="{7CFA5C32-15E6-4B27-B895-BE1CA809EE41}" dt="2024-12-06T22:13:26.805" v="3741" actId="20577"/>
          <ac:spMkLst>
            <pc:docMk/>
            <pc:sldMk cId="3356436387" sldId="288"/>
            <ac:spMk id="11" creationId="{20A08BB4-314B-0138-FAA4-74A3D44E56F6}"/>
          </ac:spMkLst>
        </pc:spChg>
        <pc:picChg chg="add mod">
          <ac:chgData name="Sanjurjo Barrio, Alicia (349B-Affiliate)" userId="97258808-7afd-451b-a707-8a569ee59dbc" providerId="ADAL" clId="{7CFA5C32-15E6-4B27-B895-BE1CA809EE41}" dt="2024-12-05T22:24:04.147" v="1107" actId="1076"/>
          <ac:picMkLst>
            <pc:docMk/>
            <pc:sldMk cId="3356436387" sldId="288"/>
            <ac:picMk id="5" creationId="{B1BF14A0-63DD-DF51-BAAF-BE664888367A}"/>
          </ac:picMkLst>
        </pc:picChg>
        <pc:picChg chg="add mod">
          <ac:chgData name="Sanjurjo Barrio, Alicia (349B-Affiliate)" userId="97258808-7afd-451b-a707-8a569ee59dbc" providerId="ADAL" clId="{7CFA5C32-15E6-4B27-B895-BE1CA809EE41}" dt="2024-12-05T22:24:01.510" v="1106" actId="1076"/>
          <ac:picMkLst>
            <pc:docMk/>
            <pc:sldMk cId="3356436387" sldId="288"/>
            <ac:picMk id="7" creationId="{2414DEC7-9ECF-8B7F-6255-25FC9D075839}"/>
          </ac:picMkLst>
        </pc:picChg>
      </pc:sldChg>
      <pc:sldChg chg="delSp modSp add mod">
        <pc:chgData name="Sanjurjo Barrio, Alicia (349B-Affiliate)" userId="97258808-7afd-451b-a707-8a569ee59dbc" providerId="ADAL" clId="{7CFA5C32-15E6-4B27-B895-BE1CA809EE41}" dt="2024-12-06T22:21:54.283" v="4068" actId="255"/>
        <pc:sldMkLst>
          <pc:docMk/>
          <pc:sldMk cId="192499634" sldId="289"/>
        </pc:sldMkLst>
        <pc:spChg chg="mod">
          <ac:chgData name="Sanjurjo Barrio, Alicia (349B-Affiliate)" userId="97258808-7afd-451b-a707-8a569ee59dbc" providerId="ADAL" clId="{7CFA5C32-15E6-4B27-B895-BE1CA809EE41}" dt="2024-12-05T23:01:15.909" v="1237" actId="20577"/>
          <ac:spMkLst>
            <pc:docMk/>
            <pc:sldMk cId="192499634" sldId="289"/>
            <ac:spMk id="2" creationId="{A2352344-CEB6-020A-515D-BBB5B604CBE1}"/>
          </ac:spMkLst>
        </pc:spChg>
        <pc:spChg chg="mod">
          <ac:chgData name="Sanjurjo Barrio, Alicia (349B-Affiliate)" userId="97258808-7afd-451b-a707-8a569ee59dbc" providerId="ADAL" clId="{7CFA5C32-15E6-4B27-B895-BE1CA809EE41}" dt="2024-12-06T22:21:54.283" v="4068" actId="255"/>
          <ac:spMkLst>
            <pc:docMk/>
            <pc:sldMk cId="192499634" sldId="289"/>
            <ac:spMk id="3" creationId="{5507ED1D-5B40-4DAD-C5D8-B39CC34EE814}"/>
          </ac:spMkLst>
        </pc:spChg>
        <pc:spChg chg="del">
          <ac:chgData name="Sanjurjo Barrio, Alicia (349B-Affiliate)" userId="97258808-7afd-451b-a707-8a569ee59dbc" providerId="ADAL" clId="{7CFA5C32-15E6-4B27-B895-BE1CA809EE41}" dt="2024-12-05T23:02:31.470" v="1454" actId="478"/>
          <ac:spMkLst>
            <pc:docMk/>
            <pc:sldMk cId="192499634" sldId="289"/>
            <ac:spMk id="8" creationId="{F965D48D-2865-D925-7512-F5AFFD3432D6}"/>
          </ac:spMkLst>
        </pc:spChg>
        <pc:spChg chg="del mod">
          <ac:chgData name="Sanjurjo Barrio, Alicia (349B-Affiliate)" userId="97258808-7afd-451b-a707-8a569ee59dbc" providerId="ADAL" clId="{7CFA5C32-15E6-4B27-B895-BE1CA809EE41}" dt="2024-12-05T23:02:37.420" v="1456" actId="478"/>
          <ac:spMkLst>
            <pc:docMk/>
            <pc:sldMk cId="192499634" sldId="289"/>
            <ac:spMk id="9" creationId="{76A15325-D44F-1C24-A4C2-50B1AB301D66}"/>
          </ac:spMkLst>
        </pc:spChg>
        <pc:picChg chg="del">
          <ac:chgData name="Sanjurjo Barrio, Alicia (349B-Affiliate)" userId="97258808-7afd-451b-a707-8a569ee59dbc" providerId="ADAL" clId="{7CFA5C32-15E6-4B27-B895-BE1CA809EE41}" dt="2024-12-05T23:02:29.081" v="1453" actId="478"/>
          <ac:picMkLst>
            <pc:docMk/>
            <pc:sldMk cId="192499634" sldId="289"/>
            <ac:picMk id="5" creationId="{B1BF14A0-63DD-DF51-BAAF-BE664888367A}"/>
          </ac:picMkLst>
        </pc:picChg>
        <pc:picChg chg="del">
          <ac:chgData name="Sanjurjo Barrio, Alicia (349B-Affiliate)" userId="97258808-7afd-451b-a707-8a569ee59dbc" providerId="ADAL" clId="{7CFA5C32-15E6-4B27-B895-BE1CA809EE41}" dt="2024-12-05T23:02:39.343" v="1457" actId="478"/>
          <ac:picMkLst>
            <pc:docMk/>
            <pc:sldMk cId="192499634" sldId="289"/>
            <ac:picMk id="7" creationId="{2414DEC7-9ECF-8B7F-6255-25FC9D075839}"/>
          </ac:picMkLst>
        </pc:picChg>
      </pc:sldChg>
      <pc:sldChg chg="addSp delSp modSp add mod">
        <pc:chgData name="Sanjurjo Barrio, Alicia (349B-Affiliate)" userId="97258808-7afd-451b-a707-8a569ee59dbc" providerId="ADAL" clId="{7CFA5C32-15E6-4B27-B895-BE1CA809EE41}" dt="2024-12-06T23:30:41.107" v="4335" actId="1076"/>
        <pc:sldMkLst>
          <pc:docMk/>
          <pc:sldMk cId="89222198" sldId="290"/>
        </pc:sldMkLst>
        <pc:spChg chg="mod">
          <ac:chgData name="Sanjurjo Barrio, Alicia (349B-Affiliate)" userId="97258808-7afd-451b-a707-8a569ee59dbc" providerId="ADAL" clId="{7CFA5C32-15E6-4B27-B895-BE1CA809EE41}" dt="2024-12-06T22:19:55.222" v="4052" actId="20577"/>
          <ac:spMkLst>
            <pc:docMk/>
            <pc:sldMk cId="89222198" sldId="290"/>
            <ac:spMk id="2" creationId="{A2352344-CEB6-020A-515D-BBB5B604CBE1}"/>
          </ac:spMkLst>
        </pc:spChg>
        <pc:spChg chg="mod">
          <ac:chgData name="Sanjurjo Barrio, Alicia (349B-Affiliate)" userId="97258808-7afd-451b-a707-8a569ee59dbc" providerId="ADAL" clId="{7CFA5C32-15E6-4B27-B895-BE1CA809EE41}" dt="2024-12-06T23:29:13.992" v="4327" actId="14100"/>
          <ac:spMkLst>
            <pc:docMk/>
            <pc:sldMk cId="89222198" sldId="290"/>
            <ac:spMk id="3" creationId="{5507ED1D-5B40-4DAD-C5D8-B39CC34EE814}"/>
          </ac:spMkLst>
        </pc:spChg>
        <pc:spChg chg="add del mod">
          <ac:chgData name="Sanjurjo Barrio, Alicia (349B-Affiliate)" userId="97258808-7afd-451b-a707-8a569ee59dbc" providerId="ADAL" clId="{7CFA5C32-15E6-4B27-B895-BE1CA809EE41}" dt="2024-12-06T21:57:39.141" v="3349" actId="478"/>
          <ac:spMkLst>
            <pc:docMk/>
            <pc:sldMk cId="89222198" sldId="290"/>
            <ac:spMk id="5" creationId="{757FF77B-5E69-636B-5B96-B0EC95B89C7E}"/>
          </ac:spMkLst>
        </pc:spChg>
        <pc:spChg chg="add mod">
          <ac:chgData name="Sanjurjo Barrio, Alicia (349B-Affiliate)" userId="97258808-7afd-451b-a707-8a569ee59dbc" providerId="ADAL" clId="{7CFA5C32-15E6-4B27-B895-BE1CA809EE41}" dt="2024-12-06T23:30:26.031" v="4334" actId="113"/>
          <ac:spMkLst>
            <pc:docMk/>
            <pc:sldMk cId="89222198" sldId="290"/>
            <ac:spMk id="9" creationId="{D83A8384-930E-0A49-2DDE-F3E7FA39CADA}"/>
          </ac:spMkLst>
        </pc:spChg>
        <pc:spChg chg="add del mod">
          <ac:chgData name="Sanjurjo Barrio, Alicia (349B-Affiliate)" userId="97258808-7afd-451b-a707-8a569ee59dbc" providerId="ADAL" clId="{7CFA5C32-15E6-4B27-B895-BE1CA809EE41}" dt="2024-12-06T22:10:13.533" v="3686" actId="478"/>
          <ac:spMkLst>
            <pc:docMk/>
            <pc:sldMk cId="89222198" sldId="290"/>
            <ac:spMk id="10" creationId="{A9B906AF-E82E-7C64-92A0-970107EBE7C1}"/>
          </ac:spMkLst>
        </pc:spChg>
        <pc:spChg chg="add del mod">
          <ac:chgData name="Sanjurjo Barrio, Alicia (349B-Affiliate)" userId="97258808-7afd-451b-a707-8a569ee59dbc" providerId="ADAL" clId="{7CFA5C32-15E6-4B27-B895-BE1CA809EE41}" dt="2024-12-06T22:10:11.903" v="3685" actId="478"/>
          <ac:spMkLst>
            <pc:docMk/>
            <pc:sldMk cId="89222198" sldId="290"/>
            <ac:spMk id="11" creationId="{EB1CB115-ED0F-DACA-377A-4E1323A37E35}"/>
          </ac:spMkLst>
        </pc:spChg>
        <pc:spChg chg="add mod">
          <ac:chgData name="Sanjurjo Barrio, Alicia (349B-Affiliate)" userId="97258808-7afd-451b-a707-8a569ee59dbc" providerId="ADAL" clId="{7CFA5C32-15E6-4B27-B895-BE1CA809EE41}" dt="2024-12-06T23:29:47.879" v="4332" actId="1076"/>
          <ac:spMkLst>
            <pc:docMk/>
            <pc:sldMk cId="89222198" sldId="290"/>
            <ac:spMk id="13" creationId="{C59B061A-FD04-2640-5D5E-0B45A5419650}"/>
          </ac:spMkLst>
        </pc:spChg>
        <pc:spChg chg="add mod">
          <ac:chgData name="Sanjurjo Barrio, Alicia (349B-Affiliate)" userId="97258808-7afd-451b-a707-8a569ee59dbc" providerId="ADAL" clId="{7CFA5C32-15E6-4B27-B895-BE1CA809EE41}" dt="2024-12-06T23:30:41.107" v="4335" actId="1076"/>
          <ac:spMkLst>
            <pc:docMk/>
            <pc:sldMk cId="89222198" sldId="290"/>
            <ac:spMk id="18" creationId="{E8F07DAB-3FD3-380A-E7B8-3BF1BF53E998}"/>
          </ac:spMkLst>
        </pc:spChg>
        <pc:spChg chg="add mod">
          <ac:chgData name="Sanjurjo Barrio, Alicia (349B-Affiliate)" userId="97258808-7afd-451b-a707-8a569ee59dbc" providerId="ADAL" clId="{7CFA5C32-15E6-4B27-B895-BE1CA809EE41}" dt="2024-12-06T23:29:06.423" v="4325" actId="1076"/>
          <ac:spMkLst>
            <pc:docMk/>
            <pc:sldMk cId="89222198" sldId="290"/>
            <ac:spMk id="21" creationId="{898A1711-6378-C4E3-68F7-9235A86F7701}"/>
          </ac:spMkLst>
        </pc:spChg>
        <pc:picChg chg="mod">
          <ac:chgData name="Sanjurjo Barrio, Alicia (349B-Affiliate)" userId="97258808-7afd-451b-a707-8a569ee59dbc" providerId="ADAL" clId="{7CFA5C32-15E6-4B27-B895-BE1CA809EE41}" dt="2024-12-06T23:29:20.592" v="4329" actId="1076"/>
          <ac:picMkLst>
            <pc:docMk/>
            <pc:sldMk cId="89222198" sldId="290"/>
            <ac:picMk id="7" creationId="{4EC45912-2D8C-D8E6-1EC6-8D2580110FFA}"/>
          </ac:picMkLst>
        </pc:picChg>
        <pc:picChg chg="del">
          <ac:chgData name="Sanjurjo Barrio, Alicia (349B-Affiliate)" userId="97258808-7afd-451b-a707-8a569ee59dbc" providerId="ADAL" clId="{7CFA5C32-15E6-4B27-B895-BE1CA809EE41}" dt="2024-12-06T22:06:33.463" v="3661" actId="478"/>
          <ac:picMkLst>
            <pc:docMk/>
            <pc:sldMk cId="89222198" sldId="290"/>
            <ac:picMk id="8" creationId="{038C8646-9A0B-7282-F2E8-CE9B878CD79B}"/>
          </ac:picMkLst>
        </pc:picChg>
        <pc:picChg chg="add del mod modCrop">
          <ac:chgData name="Sanjurjo Barrio, Alicia (349B-Affiliate)" userId="97258808-7afd-451b-a707-8a569ee59dbc" providerId="ADAL" clId="{7CFA5C32-15E6-4B27-B895-BE1CA809EE41}" dt="2024-12-06T23:27:31.836" v="4298" actId="478"/>
          <ac:picMkLst>
            <pc:docMk/>
            <pc:sldMk cId="89222198" sldId="290"/>
            <ac:picMk id="15" creationId="{D5310460-E638-FD97-0503-C454D8A49AFA}"/>
          </ac:picMkLst>
        </pc:picChg>
        <pc:picChg chg="add del mod">
          <ac:chgData name="Sanjurjo Barrio, Alicia (349B-Affiliate)" userId="97258808-7afd-451b-a707-8a569ee59dbc" providerId="ADAL" clId="{7CFA5C32-15E6-4B27-B895-BE1CA809EE41}" dt="2024-12-06T23:27:33.421" v="4299" actId="478"/>
          <ac:picMkLst>
            <pc:docMk/>
            <pc:sldMk cId="89222198" sldId="290"/>
            <ac:picMk id="17" creationId="{9A5B2F97-ECC8-2377-B1EB-3DBC83AB7CAF}"/>
          </ac:picMkLst>
        </pc:picChg>
        <pc:picChg chg="add mod">
          <ac:chgData name="Sanjurjo Barrio, Alicia (349B-Affiliate)" userId="97258808-7afd-451b-a707-8a569ee59dbc" providerId="ADAL" clId="{7CFA5C32-15E6-4B27-B895-BE1CA809EE41}" dt="2024-12-06T23:28:20.336" v="4315" actId="1076"/>
          <ac:picMkLst>
            <pc:docMk/>
            <pc:sldMk cId="89222198" sldId="290"/>
            <ac:picMk id="20" creationId="{BF8577E1-51C6-C552-89D3-96A71E145704}"/>
          </ac:picMkLst>
        </pc:picChg>
        <pc:cxnChg chg="mod">
          <ac:chgData name="Sanjurjo Barrio, Alicia (349B-Affiliate)" userId="97258808-7afd-451b-a707-8a569ee59dbc" providerId="ADAL" clId="{7CFA5C32-15E6-4B27-B895-BE1CA809EE41}" dt="2024-12-06T22:11:49.729" v="3716" actId="1076"/>
          <ac:cxnSpMkLst>
            <pc:docMk/>
            <pc:sldMk cId="89222198" sldId="290"/>
            <ac:cxnSpMk id="6" creationId="{EFBEE432-21EA-E215-4A56-6C8F3D0141CF}"/>
          </ac:cxnSpMkLst>
        </pc:cxnChg>
      </pc:sldChg>
      <pc:sldChg chg="addSp delSp modSp add mod ord">
        <pc:chgData name="Sanjurjo Barrio, Alicia (349B-Affiliate)" userId="97258808-7afd-451b-a707-8a569ee59dbc" providerId="ADAL" clId="{7CFA5C32-15E6-4B27-B895-BE1CA809EE41}" dt="2024-12-06T22:33:11.477" v="4297"/>
        <pc:sldMkLst>
          <pc:docMk/>
          <pc:sldMk cId="1220334978" sldId="291"/>
        </pc:sldMkLst>
        <pc:spChg chg="add del mod">
          <ac:chgData name="Sanjurjo Barrio, Alicia (349B-Affiliate)" userId="97258808-7afd-451b-a707-8a569ee59dbc" providerId="ADAL" clId="{7CFA5C32-15E6-4B27-B895-BE1CA809EE41}" dt="2024-12-06T22:26:43.710" v="4138" actId="478"/>
          <ac:spMkLst>
            <pc:docMk/>
            <pc:sldMk cId="1220334978" sldId="291"/>
            <ac:spMk id="2" creationId="{A2352344-CEB6-020A-515D-BBB5B604CBE1}"/>
          </ac:spMkLst>
        </pc:spChg>
        <pc:spChg chg="add del">
          <ac:chgData name="Sanjurjo Barrio, Alicia (349B-Affiliate)" userId="97258808-7afd-451b-a707-8a569ee59dbc" providerId="ADAL" clId="{7CFA5C32-15E6-4B27-B895-BE1CA809EE41}" dt="2024-12-06T22:23:15.977" v="4094" actId="478"/>
          <ac:spMkLst>
            <pc:docMk/>
            <pc:sldMk cId="1220334978" sldId="291"/>
            <ac:spMk id="3" creationId="{5507ED1D-5B40-4DAD-C5D8-B39CC34EE814}"/>
          </ac:spMkLst>
        </pc:spChg>
        <pc:spChg chg="add del mod">
          <ac:chgData name="Sanjurjo Barrio, Alicia (349B-Affiliate)" userId="97258808-7afd-451b-a707-8a569ee59dbc" providerId="ADAL" clId="{7CFA5C32-15E6-4B27-B895-BE1CA809EE41}" dt="2024-12-06T22:23:00.056" v="4077" actId="478"/>
          <ac:spMkLst>
            <pc:docMk/>
            <pc:sldMk cId="1220334978" sldId="291"/>
            <ac:spMk id="9" creationId="{C9D7D7A4-AB83-78F7-7C53-8F753981296D}"/>
          </ac:spMkLst>
        </pc:spChg>
        <pc:spChg chg="add mod">
          <ac:chgData name="Sanjurjo Barrio, Alicia (349B-Affiliate)" userId="97258808-7afd-451b-a707-8a569ee59dbc" providerId="ADAL" clId="{7CFA5C32-15E6-4B27-B895-BE1CA809EE41}" dt="2024-12-06T22:27:18.718" v="4172" actId="113"/>
          <ac:spMkLst>
            <pc:docMk/>
            <pc:sldMk cId="1220334978" sldId="291"/>
            <ac:spMk id="10" creationId="{820E6D23-6FB6-0462-F115-19D1FDA1BCCE}"/>
          </ac:spMkLst>
        </pc:spChg>
        <pc:spChg chg="add del mod">
          <ac:chgData name="Sanjurjo Barrio, Alicia (349B-Affiliate)" userId="97258808-7afd-451b-a707-8a569ee59dbc" providerId="ADAL" clId="{7CFA5C32-15E6-4B27-B895-BE1CA809EE41}" dt="2024-12-06T22:26:46.711" v="4139" actId="478"/>
          <ac:spMkLst>
            <pc:docMk/>
            <pc:sldMk cId="1220334978" sldId="291"/>
            <ac:spMk id="14" creationId="{02E5BDA0-DF6F-6C8A-6D5B-BF996F047BED}"/>
          </ac:spMkLst>
        </pc:spChg>
        <pc:spChg chg="add del mod">
          <ac:chgData name="Sanjurjo Barrio, Alicia (349B-Affiliate)" userId="97258808-7afd-451b-a707-8a569ee59dbc" providerId="ADAL" clId="{7CFA5C32-15E6-4B27-B895-BE1CA809EE41}" dt="2024-12-06T22:29:11.604" v="4195" actId="207"/>
          <ac:spMkLst>
            <pc:docMk/>
            <pc:sldMk cId="1220334978" sldId="291"/>
            <ac:spMk id="17" creationId="{12A1008B-0D9F-5839-B125-23D6DA1E2E19}"/>
          </ac:spMkLst>
        </pc:spChg>
        <pc:spChg chg="add mod">
          <ac:chgData name="Sanjurjo Barrio, Alicia (349B-Affiliate)" userId="97258808-7afd-451b-a707-8a569ee59dbc" providerId="ADAL" clId="{7CFA5C32-15E6-4B27-B895-BE1CA809EE41}" dt="2024-12-06T22:29:21.918" v="4198" actId="14100"/>
          <ac:spMkLst>
            <pc:docMk/>
            <pc:sldMk cId="1220334978" sldId="291"/>
            <ac:spMk id="18" creationId="{26D154C8-6849-07C7-B83E-ABA8E15EABEC}"/>
          </ac:spMkLst>
        </pc:spChg>
        <pc:spChg chg="add mod">
          <ac:chgData name="Sanjurjo Barrio, Alicia (349B-Affiliate)" userId="97258808-7afd-451b-a707-8a569ee59dbc" providerId="ADAL" clId="{7CFA5C32-15E6-4B27-B895-BE1CA809EE41}" dt="2024-12-06T22:29:37.299" v="4201" actId="14100"/>
          <ac:spMkLst>
            <pc:docMk/>
            <pc:sldMk cId="1220334978" sldId="291"/>
            <ac:spMk id="19" creationId="{32B13706-79F1-C798-8C91-D3F45D798332}"/>
          </ac:spMkLst>
        </pc:spChg>
        <pc:spChg chg="add mod">
          <ac:chgData name="Sanjurjo Barrio, Alicia (349B-Affiliate)" userId="97258808-7afd-451b-a707-8a569ee59dbc" providerId="ADAL" clId="{7CFA5C32-15E6-4B27-B895-BE1CA809EE41}" dt="2024-12-06T22:29:49.261" v="4204" actId="14100"/>
          <ac:spMkLst>
            <pc:docMk/>
            <pc:sldMk cId="1220334978" sldId="291"/>
            <ac:spMk id="20" creationId="{2979A47A-9B73-FF3C-45EF-58D396BE63BE}"/>
          </ac:spMkLst>
        </pc:spChg>
        <pc:spChg chg="add mod">
          <ac:chgData name="Sanjurjo Barrio, Alicia (349B-Affiliate)" userId="97258808-7afd-451b-a707-8a569ee59dbc" providerId="ADAL" clId="{7CFA5C32-15E6-4B27-B895-BE1CA809EE41}" dt="2024-12-06T22:30:07.753" v="4209" actId="14100"/>
          <ac:spMkLst>
            <pc:docMk/>
            <pc:sldMk cId="1220334978" sldId="291"/>
            <ac:spMk id="21" creationId="{0432FFBE-B529-F735-3B72-0037C2A145C0}"/>
          </ac:spMkLst>
        </pc:spChg>
        <pc:spChg chg="add mod">
          <ac:chgData name="Sanjurjo Barrio, Alicia (349B-Affiliate)" userId="97258808-7afd-451b-a707-8a569ee59dbc" providerId="ADAL" clId="{7CFA5C32-15E6-4B27-B895-BE1CA809EE41}" dt="2024-12-06T22:30:31.457" v="4214" actId="1076"/>
          <ac:spMkLst>
            <pc:docMk/>
            <pc:sldMk cId="1220334978" sldId="291"/>
            <ac:spMk id="22" creationId="{9FD9DC0D-19DE-B0EF-6512-F2F46B0B48DA}"/>
          </ac:spMkLst>
        </pc:spChg>
        <pc:spChg chg="add mod">
          <ac:chgData name="Sanjurjo Barrio, Alicia (349B-Affiliate)" userId="97258808-7afd-451b-a707-8a569ee59dbc" providerId="ADAL" clId="{7CFA5C32-15E6-4B27-B895-BE1CA809EE41}" dt="2024-12-06T22:30:45.181" v="4219" actId="208"/>
          <ac:spMkLst>
            <pc:docMk/>
            <pc:sldMk cId="1220334978" sldId="291"/>
            <ac:spMk id="23" creationId="{EBDED933-41F1-855C-938A-5787AAC3642C}"/>
          </ac:spMkLst>
        </pc:spChg>
        <pc:spChg chg="add mod">
          <ac:chgData name="Sanjurjo Barrio, Alicia (349B-Affiliate)" userId="97258808-7afd-451b-a707-8a569ee59dbc" providerId="ADAL" clId="{7CFA5C32-15E6-4B27-B895-BE1CA809EE41}" dt="2024-12-06T22:30:55.027" v="4221" actId="1076"/>
          <ac:spMkLst>
            <pc:docMk/>
            <pc:sldMk cId="1220334978" sldId="291"/>
            <ac:spMk id="24" creationId="{48756015-5A7E-C909-750B-5238B4D0564C}"/>
          </ac:spMkLst>
        </pc:spChg>
        <pc:spChg chg="add mod">
          <ac:chgData name="Sanjurjo Barrio, Alicia (349B-Affiliate)" userId="97258808-7afd-451b-a707-8a569ee59dbc" providerId="ADAL" clId="{7CFA5C32-15E6-4B27-B895-BE1CA809EE41}" dt="2024-12-06T22:31:03.730" v="4224" actId="14100"/>
          <ac:spMkLst>
            <pc:docMk/>
            <pc:sldMk cId="1220334978" sldId="291"/>
            <ac:spMk id="25" creationId="{B1611690-A18A-DA45-75E0-4DE8004EB0BE}"/>
          </ac:spMkLst>
        </pc:spChg>
        <pc:spChg chg="add mod">
          <ac:chgData name="Sanjurjo Barrio, Alicia (349B-Affiliate)" userId="97258808-7afd-451b-a707-8a569ee59dbc" providerId="ADAL" clId="{7CFA5C32-15E6-4B27-B895-BE1CA809EE41}" dt="2024-12-06T22:31:13.134" v="4228" actId="14100"/>
          <ac:spMkLst>
            <pc:docMk/>
            <pc:sldMk cId="1220334978" sldId="291"/>
            <ac:spMk id="26" creationId="{6375881A-DCE7-5520-BD73-3584923C48B7}"/>
          </ac:spMkLst>
        </pc:spChg>
        <pc:spChg chg="add mod">
          <ac:chgData name="Sanjurjo Barrio, Alicia (349B-Affiliate)" userId="97258808-7afd-451b-a707-8a569ee59dbc" providerId="ADAL" clId="{7CFA5C32-15E6-4B27-B895-BE1CA809EE41}" dt="2024-12-06T22:33:05.168" v="4296"/>
          <ac:spMkLst>
            <pc:docMk/>
            <pc:sldMk cId="1220334978" sldId="291"/>
            <ac:spMk id="27" creationId="{FABC6BFC-F52C-9A86-5796-9DB486149D83}"/>
          </ac:spMkLst>
        </pc:spChg>
        <pc:spChg chg="add mod">
          <ac:chgData name="Sanjurjo Barrio, Alicia (349B-Affiliate)" userId="97258808-7afd-451b-a707-8a569ee59dbc" providerId="ADAL" clId="{7CFA5C32-15E6-4B27-B895-BE1CA809EE41}" dt="2024-12-06T22:33:11.477" v="4297"/>
          <ac:spMkLst>
            <pc:docMk/>
            <pc:sldMk cId="1220334978" sldId="291"/>
            <ac:spMk id="28" creationId="{45631204-9EC0-3A7B-D01E-B23943208767}"/>
          </ac:spMkLst>
        </pc:spChg>
        <pc:picChg chg="add del">
          <ac:chgData name="Sanjurjo Barrio, Alicia (349B-Affiliate)" userId="97258808-7afd-451b-a707-8a569ee59dbc" providerId="ADAL" clId="{7CFA5C32-15E6-4B27-B895-BE1CA809EE41}" dt="2024-12-06T22:23:19.930" v="4095" actId="478"/>
          <ac:picMkLst>
            <pc:docMk/>
            <pc:sldMk cId="1220334978" sldId="291"/>
            <ac:picMk id="7" creationId="{4EC45912-2D8C-D8E6-1EC6-8D2580110FFA}"/>
          </ac:picMkLst>
        </pc:picChg>
        <pc:picChg chg="add del">
          <ac:chgData name="Sanjurjo Barrio, Alicia (349B-Affiliate)" userId="97258808-7afd-451b-a707-8a569ee59dbc" providerId="ADAL" clId="{7CFA5C32-15E6-4B27-B895-BE1CA809EE41}" dt="2024-12-06T22:23:19.930" v="4095" actId="478"/>
          <ac:picMkLst>
            <pc:docMk/>
            <pc:sldMk cId="1220334978" sldId="291"/>
            <ac:picMk id="8" creationId="{038C8646-9A0B-7282-F2E8-CE9B878CD79B}"/>
          </ac:picMkLst>
        </pc:picChg>
        <pc:picChg chg="add mod">
          <ac:chgData name="Sanjurjo Barrio, Alicia (349B-Affiliate)" userId="97258808-7afd-451b-a707-8a569ee59dbc" providerId="ADAL" clId="{7CFA5C32-15E6-4B27-B895-BE1CA809EE41}" dt="2024-12-06T22:27:30.632" v="4177" actId="1076"/>
          <ac:picMkLst>
            <pc:docMk/>
            <pc:sldMk cId="1220334978" sldId="291"/>
            <ac:picMk id="12" creationId="{D0FEE46E-C029-EC27-EAA7-32714CFEF52B}"/>
          </ac:picMkLst>
        </pc:picChg>
        <pc:picChg chg="add mod">
          <ac:chgData name="Sanjurjo Barrio, Alicia (349B-Affiliate)" userId="97258808-7afd-451b-a707-8a569ee59dbc" providerId="ADAL" clId="{7CFA5C32-15E6-4B27-B895-BE1CA809EE41}" dt="2024-12-06T22:28:33.557" v="4187" actId="1076"/>
          <ac:picMkLst>
            <pc:docMk/>
            <pc:sldMk cId="1220334978" sldId="291"/>
            <ac:picMk id="16" creationId="{A6826C3C-1F86-7636-A17E-A2318E5B187F}"/>
          </ac:picMkLst>
        </pc:picChg>
        <pc:cxnChg chg="add del">
          <ac:chgData name="Sanjurjo Barrio, Alicia (349B-Affiliate)" userId="97258808-7afd-451b-a707-8a569ee59dbc" providerId="ADAL" clId="{7CFA5C32-15E6-4B27-B895-BE1CA809EE41}" dt="2024-12-06T22:26:49.242" v="4140" actId="478"/>
          <ac:cxnSpMkLst>
            <pc:docMk/>
            <pc:sldMk cId="1220334978" sldId="291"/>
            <ac:cxnSpMk id="6" creationId="{EFBEE432-21EA-E215-4A56-6C8F3D0141CF}"/>
          </ac:cxnSpMkLst>
        </pc:cxnChg>
      </pc:sldChg>
      <pc:sldChg chg="addSp delSp modSp add mod ord">
        <pc:chgData name="Sanjurjo Barrio, Alicia (349B-Affiliate)" userId="97258808-7afd-451b-a707-8a569ee59dbc" providerId="ADAL" clId="{7CFA5C32-15E6-4B27-B895-BE1CA809EE41}" dt="2024-12-06T22:33:01.984" v="4295" actId="21"/>
        <pc:sldMkLst>
          <pc:docMk/>
          <pc:sldMk cId="859493461" sldId="292"/>
        </pc:sldMkLst>
        <pc:spChg chg="add mod">
          <ac:chgData name="Sanjurjo Barrio, Alicia (349B-Affiliate)" userId="97258808-7afd-451b-a707-8a569ee59dbc" providerId="ADAL" clId="{7CFA5C32-15E6-4B27-B895-BE1CA809EE41}" dt="2024-12-06T22:32:55.126" v="4288" actId="20577"/>
          <ac:spMkLst>
            <pc:docMk/>
            <pc:sldMk cId="859493461" sldId="292"/>
            <ac:spMk id="2" creationId="{7FD0206D-0E9F-BE50-0965-628339A76C53}"/>
          </ac:spMkLst>
        </pc:spChg>
        <pc:spChg chg="add del mod">
          <ac:chgData name="Sanjurjo Barrio, Alicia (349B-Affiliate)" userId="97258808-7afd-451b-a707-8a569ee59dbc" providerId="ADAL" clId="{7CFA5C32-15E6-4B27-B895-BE1CA809EE41}" dt="2024-12-06T22:33:01.984" v="4295" actId="21"/>
          <ac:spMkLst>
            <pc:docMk/>
            <pc:sldMk cId="859493461" sldId="292"/>
            <ac:spMk id="3" creationId="{0299663B-03E0-3029-FC46-7885DA7069BE}"/>
          </ac:spMkLst>
        </pc:spChg>
        <pc:spChg chg="del">
          <ac:chgData name="Sanjurjo Barrio, Alicia (349B-Affiliate)" userId="97258808-7afd-451b-a707-8a569ee59dbc" providerId="ADAL" clId="{7CFA5C32-15E6-4B27-B895-BE1CA809EE41}" dt="2024-12-06T22:31:35.167" v="4230" actId="478"/>
          <ac:spMkLst>
            <pc:docMk/>
            <pc:sldMk cId="859493461" sldId="292"/>
            <ac:spMk id="17" creationId="{12A1008B-0D9F-5839-B125-23D6DA1E2E19}"/>
          </ac:spMkLst>
        </pc:spChg>
        <pc:spChg chg="del">
          <ac:chgData name="Sanjurjo Barrio, Alicia (349B-Affiliate)" userId="97258808-7afd-451b-a707-8a569ee59dbc" providerId="ADAL" clId="{7CFA5C32-15E6-4B27-B895-BE1CA809EE41}" dt="2024-12-06T22:31:36.963" v="4231" actId="478"/>
          <ac:spMkLst>
            <pc:docMk/>
            <pc:sldMk cId="859493461" sldId="292"/>
            <ac:spMk id="18" creationId="{26D154C8-6849-07C7-B83E-ABA8E15EABEC}"/>
          </ac:spMkLst>
        </pc:spChg>
        <pc:spChg chg="del">
          <ac:chgData name="Sanjurjo Barrio, Alicia (349B-Affiliate)" userId="97258808-7afd-451b-a707-8a569ee59dbc" providerId="ADAL" clId="{7CFA5C32-15E6-4B27-B895-BE1CA809EE41}" dt="2024-12-06T22:31:38.780" v="4232" actId="478"/>
          <ac:spMkLst>
            <pc:docMk/>
            <pc:sldMk cId="859493461" sldId="292"/>
            <ac:spMk id="19" creationId="{32B13706-79F1-C798-8C91-D3F45D798332}"/>
          </ac:spMkLst>
        </pc:spChg>
        <pc:spChg chg="del">
          <ac:chgData name="Sanjurjo Barrio, Alicia (349B-Affiliate)" userId="97258808-7afd-451b-a707-8a569ee59dbc" providerId="ADAL" clId="{7CFA5C32-15E6-4B27-B895-BE1CA809EE41}" dt="2024-12-06T22:31:40.216" v="4233" actId="478"/>
          <ac:spMkLst>
            <pc:docMk/>
            <pc:sldMk cId="859493461" sldId="292"/>
            <ac:spMk id="20" creationId="{2979A47A-9B73-FF3C-45EF-58D396BE63BE}"/>
          </ac:spMkLst>
        </pc:spChg>
        <pc:spChg chg="del">
          <ac:chgData name="Sanjurjo Barrio, Alicia (349B-Affiliate)" userId="97258808-7afd-451b-a707-8a569ee59dbc" providerId="ADAL" clId="{7CFA5C32-15E6-4B27-B895-BE1CA809EE41}" dt="2024-12-06T22:31:41.952" v="4234" actId="478"/>
          <ac:spMkLst>
            <pc:docMk/>
            <pc:sldMk cId="859493461" sldId="292"/>
            <ac:spMk id="21" creationId="{0432FFBE-B529-F735-3B72-0037C2A145C0}"/>
          </ac:spMkLst>
        </pc:spChg>
        <pc:spChg chg="del">
          <ac:chgData name="Sanjurjo Barrio, Alicia (349B-Affiliate)" userId="97258808-7afd-451b-a707-8a569ee59dbc" providerId="ADAL" clId="{7CFA5C32-15E6-4B27-B895-BE1CA809EE41}" dt="2024-12-06T22:31:50.936" v="4239" actId="478"/>
          <ac:spMkLst>
            <pc:docMk/>
            <pc:sldMk cId="859493461" sldId="292"/>
            <ac:spMk id="22" creationId="{9FD9DC0D-19DE-B0EF-6512-F2F46B0B48DA}"/>
          </ac:spMkLst>
        </pc:spChg>
        <pc:spChg chg="del">
          <ac:chgData name="Sanjurjo Barrio, Alicia (349B-Affiliate)" userId="97258808-7afd-451b-a707-8a569ee59dbc" providerId="ADAL" clId="{7CFA5C32-15E6-4B27-B895-BE1CA809EE41}" dt="2024-12-06T22:31:49.292" v="4238" actId="478"/>
          <ac:spMkLst>
            <pc:docMk/>
            <pc:sldMk cId="859493461" sldId="292"/>
            <ac:spMk id="23" creationId="{EBDED933-41F1-855C-938A-5787AAC3642C}"/>
          </ac:spMkLst>
        </pc:spChg>
        <pc:spChg chg="del">
          <ac:chgData name="Sanjurjo Barrio, Alicia (349B-Affiliate)" userId="97258808-7afd-451b-a707-8a569ee59dbc" providerId="ADAL" clId="{7CFA5C32-15E6-4B27-B895-BE1CA809EE41}" dt="2024-12-06T22:31:47.477" v="4237" actId="478"/>
          <ac:spMkLst>
            <pc:docMk/>
            <pc:sldMk cId="859493461" sldId="292"/>
            <ac:spMk id="24" creationId="{48756015-5A7E-C909-750B-5238B4D0564C}"/>
          </ac:spMkLst>
        </pc:spChg>
        <pc:spChg chg="del">
          <ac:chgData name="Sanjurjo Barrio, Alicia (349B-Affiliate)" userId="97258808-7afd-451b-a707-8a569ee59dbc" providerId="ADAL" clId="{7CFA5C32-15E6-4B27-B895-BE1CA809EE41}" dt="2024-12-06T22:31:43.833" v="4235" actId="478"/>
          <ac:spMkLst>
            <pc:docMk/>
            <pc:sldMk cId="859493461" sldId="292"/>
            <ac:spMk id="25" creationId="{B1611690-A18A-DA45-75E0-4DE8004EB0BE}"/>
          </ac:spMkLst>
        </pc:spChg>
        <pc:spChg chg="del">
          <ac:chgData name="Sanjurjo Barrio, Alicia (349B-Affiliate)" userId="97258808-7afd-451b-a707-8a569ee59dbc" providerId="ADAL" clId="{7CFA5C32-15E6-4B27-B895-BE1CA809EE41}" dt="2024-12-06T22:31:45.702" v="4236" actId="478"/>
          <ac:spMkLst>
            <pc:docMk/>
            <pc:sldMk cId="859493461" sldId="292"/>
            <ac:spMk id="26" creationId="{6375881A-DCE7-5520-BD73-3584923C48B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148E60-D9AA-4332-AF0B-9E4D9259FC2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1439A5-3AAD-4554-BDA7-E41DCE04BE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828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HYPERSPACE: A set of ‘points’ such that, for every ordered pair of points, there is a possibly empty set of ‘paths’ from the first point to the second, and such that there is an ‘identity’ path from every point to itself. Syn: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439A5-3AAD-4554-BDA7-E41DCE04BEF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7943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439A5-3AAD-4554-BDA7-E41DCE04BEF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3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ABDB2-E76A-0B47-05DB-1234D98EB1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C84418-6751-58AF-6B49-DAA6CF4501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1ED3B-350D-4824-DBA7-0577C531C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8546D-F4C8-4179-84CA-43FF6823A6ED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38631-09E7-75C9-7D3F-6BE402462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CD7CD-FE86-29AB-CA38-6380E9A94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1AC3A-5152-4D29-983E-37EDB020B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533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EE30C-5D28-8990-D6E7-1B13E5E50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ED47B-ED4A-2413-AA0E-A2C418520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3C1AD-3DEA-2B00-23B8-758122000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8546D-F4C8-4179-84CA-43FF6823A6ED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2A3D7-AB3D-05F6-4B72-6D518505E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00B32-A65A-A417-AF08-618E2DDF5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1AC3A-5152-4D29-983E-37EDB020B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268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5285A-FF4E-2139-6A2D-91CBB33BE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F61627-694E-A3AA-EAE9-0B341ADAE8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B10A7-49E7-DD79-0353-E693569FF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8546D-F4C8-4179-84CA-43FF6823A6ED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0D2C2-0BAD-9625-0931-6C2B7E7F7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79F0C-8A0D-DDFE-9B0B-91B9C0EE3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1AC3A-5152-4D29-983E-37EDB020B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566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5D6C4-31C1-2480-3CEA-2E6FAB73D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95125-508A-28B8-F1BA-5409FF14B3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ADDF92-7ADF-6480-6BF5-831C597AD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F9C75A-3A65-DB6C-99B9-987D0457D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8546D-F4C8-4179-84CA-43FF6823A6ED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1BC63E-8C4D-D588-DB9D-B22C561D5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AC3643-2A53-D9AE-9F56-972F486B9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1AC3A-5152-4D29-983E-37EDB020B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633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C7A66-ABC3-2D65-1E90-934D0655D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264A01-8315-A7C6-EF60-90CD72EA0D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997238-F35C-F59C-FC1E-CDD5ED98C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2B8867-038B-C408-DCAC-5699CDBB01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3854E9-5F68-7969-5A44-C244956320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00606E-2F99-5AFF-DA21-6CA2B828A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8546D-F4C8-4179-84CA-43FF6823A6ED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ACD58A-F324-F659-59FE-555CD17EB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487D85-D1C3-F913-9C60-C93F8CBFE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1AC3A-5152-4D29-983E-37EDB020B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756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A15C1-2855-6A1E-1808-CAA7C1AAE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B10CC9-E010-1896-B72A-1DF8228AC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8546D-F4C8-4179-84CA-43FF6823A6ED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DF6FF4-F53C-BABE-974C-BA403EB4C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79DE35-B061-30D0-E705-0C0C24C7E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1AC3A-5152-4D29-983E-37EDB020B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52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7CAA71-28E7-59C7-8A3A-CDD00E029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8546D-F4C8-4179-84CA-43FF6823A6ED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9DC00A-6F03-E353-92C4-ED8A1108C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37A420-F2A7-8492-8EC9-54E631520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1AC3A-5152-4D29-983E-37EDB020B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394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F5D5C-B0C7-7FBB-4243-64103174B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E5953-6A1F-AD83-E1D3-7EC61C8BC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F15F17-83D9-8AB4-CEDB-5945503ACC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E79437-3A0A-7F22-EB0C-1E88D4361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8546D-F4C8-4179-84CA-43FF6823A6ED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8BABC5-5217-60E0-DDE7-34D1F6ACF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AD6BBD-CEA6-A01D-7FB1-66E74CB46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1AC3A-5152-4D29-983E-37EDB020B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652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2A446-3BF1-1531-F55B-83F8B00A5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C49F87-3DF0-9E5A-5BFD-D65860819E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E658BB-CE34-FF50-3A50-BE983E8A65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57A821-3FD0-6AC8-7F2B-D4EC386F4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8546D-F4C8-4179-84CA-43FF6823A6ED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22F619-8CA2-ADC4-2D6B-2657CC973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D7186-3219-1518-C5A3-1622CA898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1AC3A-5152-4D29-983E-37EDB020B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181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F1137-842F-5331-F5E1-872EBE522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FB7AAC-B725-48F9-AB02-01CBEAB735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8F5FB-F039-CA0D-93A3-4D39A6BE0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8546D-F4C8-4179-84CA-43FF6823A6ED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D3C3CB-09E5-6663-7C67-FFF3D75F1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590DA-D533-BCA4-2FFB-525AC0B33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1AC3A-5152-4D29-983E-37EDB020B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152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55CB05-26D4-34FC-8E86-3E1D7E749B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CF5CD2-F7BE-3FA7-0E91-BFF215C2F7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2E5EA-2B06-5D54-509C-2F734D1CE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8546D-F4C8-4179-84CA-43FF6823A6ED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ACA1AF-6B93-A550-B8CA-CC671031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E1239-4D24-92AF-3C43-19D0FCAA4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1AC3A-5152-4D29-983E-37EDB020B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425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A5B6C6-F68C-C95D-5761-713CDFD0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560951-F62A-955E-B638-A0926AF0C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F50F4-A9AA-8028-5292-DA9525C5D3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38546D-F4C8-4179-84CA-43FF6823A6ED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B68CD-E0D7-4C70-8978-005275AEC9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2DB50-8CA1-63DB-A261-48EBEE0CC2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81AC3A-5152-4D29-983E-37EDB020B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836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w3.org/TR/did-core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example.com/hsml" TargetMode="Externa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schema.jpl.hsml.org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NASA: There may be more water on surface of Moon than previously thought -  Cheyenne, WY Cap City News">
            <a:extLst>
              <a:ext uri="{FF2B5EF4-FFF2-40B4-BE49-F238E27FC236}">
                <a16:creationId xmlns:a16="http://schemas.microsoft.com/office/drawing/2014/main" id="{A7EAF17E-D311-44B0-2A2F-8F6C910A6F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10" r="13728" b="1779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4F746A-6AB4-7796-B064-C46CBEC152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860271"/>
            <a:ext cx="9144000" cy="2100245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ea typeface="Segoe UI Black" panose="020B0A02040204020203" pitchFamily="34" charset="0"/>
              </a:rPr>
              <a:t>HSML Schema</a:t>
            </a:r>
            <a:br>
              <a:rPr lang="en-US" b="1" dirty="0">
                <a:solidFill>
                  <a:schemeClr val="bg1"/>
                </a:solidFill>
                <a:ea typeface="Segoe UI Black" panose="020B0A02040204020203" pitchFamily="34" charset="0"/>
              </a:rPr>
            </a:br>
            <a:endParaRPr lang="en-US" b="1" dirty="0">
              <a:solidFill>
                <a:schemeClr val="bg1"/>
              </a:solidFill>
              <a:ea typeface="Segoe UI Black" panose="020B0A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571E81-BFC0-A108-3EE4-218302554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559627"/>
            <a:ext cx="9144000" cy="1974641"/>
          </a:xfrm>
        </p:spPr>
        <p:txBody>
          <a:bodyPr/>
          <a:lstStyle/>
          <a:p>
            <a:endParaRPr lang="en-US" dirty="0"/>
          </a:p>
          <a:p>
            <a:r>
              <a:rPr lang="en-US" b="1" dirty="0">
                <a:solidFill>
                  <a:schemeClr val="bg1"/>
                </a:solidFill>
              </a:rPr>
              <a:t>How to create our own private schema using schema.org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1EE69D-ADE8-DB20-2F8E-845D66328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3371" y="580668"/>
            <a:ext cx="1992086" cy="8964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33CDEDD-0AD5-3176-AD1F-20D9280387F5}"/>
              </a:ext>
            </a:extLst>
          </p:cNvPr>
          <p:cNvSpPr txBox="1"/>
          <p:nvPr/>
        </p:nvSpPr>
        <p:spPr>
          <a:xfrm>
            <a:off x="9798776" y="6121902"/>
            <a:ext cx="1894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12/06/2024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D1C56A-3080-B57A-21FB-A32E38D4BC16}"/>
              </a:ext>
            </a:extLst>
          </p:cNvPr>
          <p:cNvSpPr txBox="1"/>
          <p:nvPr/>
        </p:nvSpPr>
        <p:spPr>
          <a:xfrm>
            <a:off x="499110" y="61219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Alicia Sanjurjo Barrio (349B – Affiliate)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8B900A-4C1E-FCCE-7941-61658211088A}"/>
              </a:ext>
            </a:extLst>
          </p:cNvPr>
          <p:cNvSpPr/>
          <p:nvPr/>
        </p:nvSpPr>
        <p:spPr>
          <a:xfrm>
            <a:off x="1170214" y="1532722"/>
            <a:ext cx="9851571" cy="3792555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117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52344-CEB6-020A-515D-BBB5B604C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HSML Schema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58A5F-768E-EDE0-F2F3-989AD694B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0F4D2-CD9E-4211-B0A3-6D53D5D6A630}" type="slidenum">
              <a:rPr lang="en-US" sz="2000" smtClean="0"/>
              <a:t>2</a:t>
            </a:fld>
            <a:endParaRPr lang="en-US" sz="200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FBEE432-21EA-E215-4A56-6C8F3D0141CF}"/>
              </a:ext>
            </a:extLst>
          </p:cNvPr>
          <p:cNvCxnSpPr/>
          <p:nvPr/>
        </p:nvCxnSpPr>
        <p:spPr>
          <a:xfrm>
            <a:off x="914400" y="1469571"/>
            <a:ext cx="50292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1B133DDC-914F-3C69-9300-3E894691CFEB}"/>
              </a:ext>
            </a:extLst>
          </p:cNvPr>
          <p:cNvSpPr txBox="1">
            <a:spLocks/>
          </p:cNvSpPr>
          <p:nvPr/>
        </p:nvSpPr>
        <p:spPr>
          <a:xfrm>
            <a:off x="914400" y="1967252"/>
            <a:ext cx="9829800" cy="251330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eriod"/>
            </a:pPr>
            <a:r>
              <a:rPr lang="en-US" dirty="0"/>
              <a:t>Create schema with the </a:t>
            </a:r>
            <a:r>
              <a:rPr lang="en-US" b="1" dirty="0"/>
              <a:t>HSML ontology types </a:t>
            </a:r>
          </a:p>
          <a:p>
            <a:pPr marL="514350" indent="-514350">
              <a:buAutoNum type="arabicPeriod"/>
            </a:pPr>
            <a:r>
              <a:rPr lang="en-US" dirty="0"/>
              <a:t>Use existing </a:t>
            </a:r>
            <a:r>
              <a:rPr lang="en-US" b="1" dirty="0"/>
              <a:t>properties from Schema.org</a:t>
            </a:r>
          </a:p>
          <a:p>
            <a:pPr marL="514350" indent="-514350">
              <a:buAutoNum type="arabicPeriod"/>
            </a:pPr>
            <a:r>
              <a:rPr lang="en-US" dirty="0"/>
              <a:t>Create our own </a:t>
            </a:r>
            <a:r>
              <a:rPr lang="en-US" b="1" dirty="0"/>
              <a:t>custom properties </a:t>
            </a:r>
            <a:r>
              <a:rPr lang="en-US" dirty="0"/>
              <a:t>for each type</a:t>
            </a:r>
          </a:p>
          <a:p>
            <a:pPr marL="514350" indent="-514350">
              <a:buAutoNum type="arabicPeriod"/>
            </a:pPr>
            <a:r>
              <a:rPr lang="en-US" dirty="0"/>
              <a:t>Use the same identifier as defined in the standard (</a:t>
            </a:r>
            <a:r>
              <a:rPr lang="en-US" b="1" dirty="0"/>
              <a:t>SWID</a:t>
            </a:r>
            <a:r>
              <a:rPr lang="en-US" dirty="0"/>
              <a:t>)</a:t>
            </a:r>
          </a:p>
          <a:p>
            <a:pPr marL="514350" indent="-514350">
              <a:buAutoNum type="arabicPeriod"/>
            </a:pPr>
            <a:r>
              <a:rPr lang="en-US" dirty="0"/>
              <a:t>Create </a:t>
            </a:r>
            <a:r>
              <a:rPr lang="en-US" b="1" dirty="0"/>
              <a:t>examples</a:t>
            </a:r>
            <a:r>
              <a:rPr lang="en-US" dirty="0"/>
              <a:t> that follow this schema extension</a:t>
            </a:r>
          </a:p>
        </p:txBody>
      </p:sp>
    </p:spTree>
    <p:extLst>
      <p:ext uri="{BB962C8B-B14F-4D97-AF65-F5344CB8AC3E}">
        <p14:creationId xmlns:p14="http://schemas.microsoft.com/office/powerpoint/2010/main" val="1056442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52344-CEB6-020A-515D-BBB5B604C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Spatial Web Ontology Entries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2D65A-19B3-BC2D-6B2C-CBD795621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412384"/>
            <a:ext cx="10515600" cy="2357059"/>
          </a:xfrm>
        </p:spPr>
        <p:txBody>
          <a:bodyPr numCol="2">
            <a:normAutofit/>
          </a:bodyPr>
          <a:lstStyle/>
          <a:p>
            <a:r>
              <a:rPr lang="en-US" b="1" dirty="0"/>
              <a:t>ACTIVITY</a:t>
            </a:r>
            <a:endParaRPr lang="en-US" dirty="0"/>
          </a:p>
          <a:p>
            <a:r>
              <a:rPr lang="en-US" b="1" dirty="0"/>
              <a:t>AGENT</a:t>
            </a:r>
            <a:endParaRPr lang="en-US" dirty="0"/>
          </a:p>
          <a:p>
            <a:r>
              <a:rPr lang="en-US" b="1" dirty="0"/>
              <a:t>CONTRACT</a:t>
            </a:r>
            <a:endParaRPr lang="en-US" dirty="0"/>
          </a:p>
          <a:p>
            <a:r>
              <a:rPr lang="en-US" b="1" dirty="0"/>
              <a:t>CHANNEL</a:t>
            </a:r>
            <a:endParaRPr lang="en-US" dirty="0"/>
          </a:p>
          <a:p>
            <a:r>
              <a:rPr lang="en-US" b="1" dirty="0"/>
              <a:t>CREDENTIAL</a:t>
            </a:r>
          </a:p>
          <a:p>
            <a:r>
              <a:rPr lang="en-US" b="1" dirty="0"/>
              <a:t>DOMAIN</a:t>
            </a:r>
          </a:p>
          <a:p>
            <a:r>
              <a:rPr lang="en-US" b="1" dirty="0"/>
              <a:t>HYPERSPACE/SPACE</a:t>
            </a:r>
          </a:p>
          <a:p>
            <a:r>
              <a:rPr lang="en-US" b="1" dirty="0"/>
              <a:t>TIME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58A5F-768E-EDE0-F2F3-989AD694B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0F4D2-CD9E-4211-B0A3-6D53D5D6A630}" type="slidenum">
              <a:rPr lang="en-US" sz="2000" smtClean="0"/>
              <a:t>3</a:t>
            </a:fld>
            <a:endParaRPr lang="en-US" sz="200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FBEE432-21EA-E215-4A56-6C8F3D0141CF}"/>
              </a:ext>
            </a:extLst>
          </p:cNvPr>
          <p:cNvCxnSpPr/>
          <p:nvPr/>
        </p:nvCxnSpPr>
        <p:spPr>
          <a:xfrm>
            <a:off x="914400" y="1469571"/>
            <a:ext cx="50292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8D1ECC9-3ECA-B9E8-308C-A5B8BD61B9CA}"/>
              </a:ext>
            </a:extLst>
          </p:cNvPr>
          <p:cNvSpPr txBox="1"/>
          <p:nvPr/>
        </p:nvSpPr>
        <p:spPr>
          <a:xfrm>
            <a:off x="914400" y="1665348"/>
            <a:ext cx="10439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ENTITIES </a:t>
            </a:r>
            <a:r>
              <a:rPr lang="en-US" sz="2400" dirty="0"/>
              <a:t> are the base items used across the Spatial Web in HSML</a:t>
            </a:r>
          </a:p>
          <a:p>
            <a:endParaRPr lang="en-US" sz="2400" dirty="0"/>
          </a:p>
          <a:p>
            <a:r>
              <a:rPr lang="en-US" sz="2400" dirty="0"/>
              <a:t>The Spatial Web ontology defines several classes. All classes are types of the Entity base class: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A687A0-F2A1-C81E-5125-62BE1007152A}"/>
              </a:ext>
            </a:extLst>
          </p:cNvPr>
          <p:cNvSpPr txBox="1"/>
          <p:nvPr/>
        </p:nvSpPr>
        <p:spPr>
          <a:xfrm>
            <a:off x="914400" y="5590477"/>
            <a:ext cx="86639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HSML encodes ENTITIES in a format, e.g., JSON-LD</a:t>
            </a:r>
          </a:p>
        </p:txBody>
      </p:sp>
    </p:spTree>
    <p:extLst>
      <p:ext uri="{BB962C8B-B14F-4D97-AF65-F5344CB8AC3E}">
        <p14:creationId xmlns:p14="http://schemas.microsoft.com/office/powerpoint/2010/main" val="2146347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>
            <a:extLst>
              <a:ext uri="{FF2B5EF4-FFF2-40B4-BE49-F238E27FC236}">
                <a16:creationId xmlns:a16="http://schemas.microsoft.com/office/drawing/2014/main" id="{3BA4DD1E-0FC0-50BB-0021-7C3D1C186662}"/>
              </a:ext>
            </a:extLst>
          </p:cNvPr>
          <p:cNvSpPr/>
          <p:nvPr/>
        </p:nvSpPr>
        <p:spPr>
          <a:xfrm>
            <a:off x="142296" y="2604006"/>
            <a:ext cx="1310634" cy="923331"/>
          </a:xfrm>
          <a:prstGeom prst="rect">
            <a:avLst/>
          </a:prstGeom>
          <a:solidFill>
            <a:srgbClr val="701682">
              <a:alpha val="705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E33AD8B3-4A92-290C-C61D-6C50B6B13230}"/>
              </a:ext>
            </a:extLst>
          </p:cNvPr>
          <p:cNvCxnSpPr>
            <a:cxnSpLocks/>
            <a:endCxn id="9" idx="3"/>
          </p:cNvCxnSpPr>
          <p:nvPr/>
        </p:nvCxnSpPr>
        <p:spPr>
          <a:xfrm rot="5400000">
            <a:off x="8844250" y="4099122"/>
            <a:ext cx="1569755" cy="1154411"/>
          </a:xfrm>
          <a:prstGeom prst="bentConnector2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: Elbow 130">
            <a:extLst>
              <a:ext uri="{FF2B5EF4-FFF2-40B4-BE49-F238E27FC236}">
                <a16:creationId xmlns:a16="http://schemas.microsoft.com/office/drawing/2014/main" id="{24E5AEED-7A5A-7B39-2C18-919410348662}"/>
              </a:ext>
            </a:extLst>
          </p:cNvPr>
          <p:cNvCxnSpPr>
            <a:cxnSpLocks/>
            <a:endCxn id="11" idx="1"/>
          </p:cNvCxnSpPr>
          <p:nvPr/>
        </p:nvCxnSpPr>
        <p:spPr>
          <a:xfrm rot="16200000" flipH="1">
            <a:off x="1787572" y="4181569"/>
            <a:ext cx="1569808" cy="1080984"/>
          </a:xfrm>
          <a:prstGeom prst="bentConnector2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Rectangle 106">
            <a:extLst>
              <a:ext uri="{FF2B5EF4-FFF2-40B4-BE49-F238E27FC236}">
                <a16:creationId xmlns:a16="http://schemas.microsoft.com/office/drawing/2014/main" id="{246D2DD8-6812-4069-D7EB-76D52D7DD1E6}"/>
              </a:ext>
            </a:extLst>
          </p:cNvPr>
          <p:cNvSpPr/>
          <p:nvPr/>
        </p:nvSpPr>
        <p:spPr>
          <a:xfrm>
            <a:off x="10593527" y="2746535"/>
            <a:ext cx="1518285" cy="841133"/>
          </a:xfrm>
          <a:prstGeom prst="rect">
            <a:avLst/>
          </a:prstGeom>
          <a:solidFill>
            <a:srgbClr val="1B7D6A">
              <a:alpha val="705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7B7CD5C-6C7F-EAB8-F90F-887663BF9D88}"/>
              </a:ext>
            </a:extLst>
          </p:cNvPr>
          <p:cNvSpPr/>
          <p:nvPr/>
        </p:nvSpPr>
        <p:spPr>
          <a:xfrm>
            <a:off x="3504712" y="82422"/>
            <a:ext cx="5189921" cy="446600"/>
          </a:xfrm>
          <a:prstGeom prst="rect">
            <a:avLst/>
          </a:prstGeom>
          <a:solidFill>
            <a:srgbClr val="003D92">
              <a:alpha val="705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F5D508-B096-2E02-3631-DB1F43FF7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02070"/>
            <a:ext cx="2743200" cy="365125"/>
          </a:xfrm>
        </p:spPr>
        <p:txBody>
          <a:bodyPr/>
          <a:lstStyle/>
          <a:p>
            <a:fld id="{AF70F4D2-CD9E-4211-B0A3-6D53D5D6A630}" type="slidenum">
              <a:rPr lang="en-US" sz="2000" smtClean="0"/>
              <a:t>4</a:t>
            </a:fld>
            <a:endParaRPr lang="en-US" sz="200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19933AD-E1ED-7AC0-2FD9-56EC18DF2AFA}"/>
              </a:ext>
            </a:extLst>
          </p:cNvPr>
          <p:cNvSpPr/>
          <p:nvPr/>
        </p:nvSpPr>
        <p:spPr>
          <a:xfrm>
            <a:off x="9417752" y="3225160"/>
            <a:ext cx="1817370" cy="754380"/>
          </a:xfrm>
          <a:prstGeom prst="roundRect">
            <a:avLst/>
          </a:prstGeom>
          <a:solidFill>
            <a:srgbClr val="1C7C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ACTIVITY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DF1796A-6DEF-F672-A366-C800D081EB0F}"/>
              </a:ext>
            </a:extLst>
          </p:cNvPr>
          <p:cNvSpPr/>
          <p:nvPr/>
        </p:nvSpPr>
        <p:spPr>
          <a:xfrm>
            <a:off x="5190988" y="2671052"/>
            <a:ext cx="1817370" cy="75438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CHANNEL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DE3C360-A392-4D39-DB7C-B3B808D894B3}"/>
              </a:ext>
            </a:extLst>
          </p:cNvPr>
          <p:cNvSpPr/>
          <p:nvPr/>
        </p:nvSpPr>
        <p:spPr>
          <a:xfrm>
            <a:off x="5190988" y="401523"/>
            <a:ext cx="1817370" cy="754380"/>
          </a:xfrm>
          <a:prstGeom prst="roundRect">
            <a:avLst/>
          </a:prstGeom>
          <a:solidFill>
            <a:srgbClr val="003D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AGENT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6E6869A-3F49-5A26-9D62-F421437DCBEA}"/>
              </a:ext>
            </a:extLst>
          </p:cNvPr>
          <p:cNvSpPr/>
          <p:nvPr/>
        </p:nvSpPr>
        <p:spPr>
          <a:xfrm>
            <a:off x="947199" y="3219923"/>
            <a:ext cx="1817370" cy="754380"/>
          </a:xfrm>
          <a:prstGeom prst="roundRect">
            <a:avLst/>
          </a:prstGeom>
          <a:solidFill>
            <a:srgbClr val="7016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DOMAIN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B507B93-0020-FBF3-E829-E4BE442C689D}"/>
              </a:ext>
            </a:extLst>
          </p:cNvPr>
          <p:cNvSpPr/>
          <p:nvPr/>
        </p:nvSpPr>
        <p:spPr>
          <a:xfrm>
            <a:off x="9427430" y="5605372"/>
            <a:ext cx="1817370" cy="754380"/>
          </a:xfrm>
          <a:prstGeom prst="roundRect">
            <a:avLst/>
          </a:prstGeom>
          <a:solidFill>
            <a:srgbClr val="558B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TIME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52EFE07-066F-B494-D450-816DD27C02D9}"/>
              </a:ext>
            </a:extLst>
          </p:cNvPr>
          <p:cNvSpPr/>
          <p:nvPr/>
        </p:nvSpPr>
        <p:spPr>
          <a:xfrm>
            <a:off x="7234551" y="5084015"/>
            <a:ext cx="1817370" cy="754380"/>
          </a:xfrm>
          <a:prstGeom prst="roundRect">
            <a:avLst/>
          </a:prstGeom>
          <a:solidFill>
            <a:srgbClr val="1289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CONTRACT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6075BE8-7688-3B35-095C-FF621E68D61B}"/>
              </a:ext>
            </a:extLst>
          </p:cNvPr>
          <p:cNvSpPr/>
          <p:nvPr/>
        </p:nvSpPr>
        <p:spPr>
          <a:xfrm>
            <a:off x="941242" y="5609901"/>
            <a:ext cx="1817370" cy="754380"/>
          </a:xfrm>
          <a:prstGeom prst="roundRect">
            <a:avLst/>
          </a:prstGeom>
          <a:solidFill>
            <a:srgbClr val="890F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HYPERSPACE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BFBD421-659F-DA91-7B41-B94CFD27B8F0}"/>
              </a:ext>
            </a:extLst>
          </p:cNvPr>
          <p:cNvSpPr/>
          <p:nvPr/>
        </p:nvSpPr>
        <p:spPr>
          <a:xfrm>
            <a:off x="3112968" y="5129775"/>
            <a:ext cx="1817370" cy="754380"/>
          </a:xfrm>
          <a:prstGeom prst="roundRect">
            <a:avLst/>
          </a:prstGeom>
          <a:solidFill>
            <a:srgbClr val="A527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CREDENTIAL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94E662-86C6-B9B4-03FF-78D624D79E5B}"/>
              </a:ext>
            </a:extLst>
          </p:cNvPr>
          <p:cNvSpPr txBox="1"/>
          <p:nvPr/>
        </p:nvSpPr>
        <p:spPr>
          <a:xfrm>
            <a:off x="1849927" y="849121"/>
            <a:ext cx="19034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Agent is a type of Domain. Agents can also sense other Domains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089A191E-D016-3500-2211-B45F208711AA}"/>
              </a:ext>
            </a:extLst>
          </p:cNvPr>
          <p:cNvCxnSpPr>
            <a:stCxn id="7" idx="0"/>
            <a:endCxn id="6" idx="1"/>
          </p:cNvCxnSpPr>
          <p:nvPr/>
        </p:nvCxnSpPr>
        <p:spPr>
          <a:xfrm rot="5400000" flipH="1" flipV="1">
            <a:off x="2302831" y="331766"/>
            <a:ext cx="2441210" cy="3335104"/>
          </a:xfrm>
          <a:prstGeom prst="bentConnector2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23BBB90-AF11-8D5D-8BA9-870D751229B2}"/>
              </a:ext>
            </a:extLst>
          </p:cNvPr>
          <p:cNvSpPr txBox="1"/>
          <p:nvPr/>
        </p:nvSpPr>
        <p:spPr>
          <a:xfrm>
            <a:off x="3243658" y="107032"/>
            <a:ext cx="5712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Agent has goals, senses, and responds, i.e. Lunar Rover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BEA9153B-376C-DBCE-373D-2986EE611F78}"/>
              </a:ext>
            </a:extLst>
          </p:cNvPr>
          <p:cNvCxnSpPr>
            <a:cxnSpLocks/>
            <a:stCxn id="6" idx="3"/>
            <a:endCxn id="3" idx="0"/>
          </p:cNvCxnSpPr>
          <p:nvPr/>
        </p:nvCxnSpPr>
        <p:spPr>
          <a:xfrm>
            <a:off x="7008358" y="778713"/>
            <a:ext cx="3318079" cy="2446447"/>
          </a:xfrm>
          <a:prstGeom prst="bentConnector2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E6407E1-73AE-076C-BFF9-15A888764548}"/>
              </a:ext>
            </a:extLst>
          </p:cNvPr>
          <p:cNvSpPr txBox="1"/>
          <p:nvPr/>
        </p:nvSpPr>
        <p:spPr>
          <a:xfrm>
            <a:off x="8372193" y="877615"/>
            <a:ext cx="19280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Activity is an action performed by an Agent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291A2B-E51E-7CEB-9ADD-7FE148A72DAC}"/>
              </a:ext>
            </a:extLst>
          </p:cNvPr>
          <p:cNvSpPr txBox="1"/>
          <p:nvPr/>
        </p:nvSpPr>
        <p:spPr>
          <a:xfrm>
            <a:off x="10485658" y="2851490"/>
            <a:ext cx="15182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600" dirty="0"/>
              <a:t>i.e. Leave the Lander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43ED1D2-AA85-F23F-D0D7-5098C02D4891}"/>
              </a:ext>
            </a:extLst>
          </p:cNvPr>
          <p:cNvSpPr txBox="1"/>
          <p:nvPr/>
        </p:nvSpPr>
        <p:spPr>
          <a:xfrm>
            <a:off x="4058020" y="1359386"/>
            <a:ext cx="20625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Agent can send messages through </a:t>
            </a:r>
          </a:p>
          <a:p>
            <a:pPr algn="r"/>
            <a:r>
              <a:rPr lang="en-US" dirty="0"/>
              <a:t>the Channel</a:t>
            </a:r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FFB98881-7B40-11DE-CD0D-C4461FBA054A}"/>
              </a:ext>
            </a:extLst>
          </p:cNvPr>
          <p:cNvCxnSpPr>
            <a:cxnSpLocks/>
            <a:stCxn id="5" idx="3"/>
            <a:endCxn id="3" idx="1"/>
          </p:cNvCxnSpPr>
          <p:nvPr/>
        </p:nvCxnSpPr>
        <p:spPr>
          <a:xfrm>
            <a:off x="7008358" y="3048242"/>
            <a:ext cx="2409394" cy="554108"/>
          </a:xfrm>
          <a:prstGeom prst="bentConnector3">
            <a:avLst>
              <a:gd name="adj1" fmla="val 14895"/>
            </a:avLst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F42CB44-2D54-4578-60DC-9AB86DCDB27F}"/>
              </a:ext>
            </a:extLst>
          </p:cNvPr>
          <p:cNvSpPr txBox="1"/>
          <p:nvPr/>
        </p:nvSpPr>
        <p:spPr>
          <a:xfrm>
            <a:off x="7412664" y="2709726"/>
            <a:ext cx="21129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Channel contains messages related to an Activity</a:t>
            </a:r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3FC4047B-31E8-FF5E-D602-97A1B881D1F6}"/>
              </a:ext>
            </a:extLst>
          </p:cNvPr>
          <p:cNvCxnSpPr>
            <a:cxnSpLocks/>
            <a:stCxn id="7" idx="3"/>
            <a:endCxn id="5" idx="1"/>
          </p:cNvCxnSpPr>
          <p:nvPr/>
        </p:nvCxnSpPr>
        <p:spPr>
          <a:xfrm flipV="1">
            <a:off x="2764569" y="3048242"/>
            <a:ext cx="2426419" cy="548871"/>
          </a:xfrm>
          <a:prstGeom prst="bentConnector3">
            <a:avLst>
              <a:gd name="adj1" fmla="val 82503"/>
            </a:avLst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927A9A1C-E319-9C96-7A06-71EDACAE1424}"/>
              </a:ext>
            </a:extLst>
          </p:cNvPr>
          <p:cNvSpPr txBox="1"/>
          <p:nvPr/>
        </p:nvSpPr>
        <p:spPr>
          <a:xfrm>
            <a:off x="3940057" y="3744814"/>
            <a:ext cx="4569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 Domain can perform an Activity. </a:t>
            </a:r>
          </a:p>
          <a:p>
            <a:pPr algn="ctr"/>
            <a:r>
              <a:rPr lang="en-US" dirty="0"/>
              <a:t>An Activity can be performed on a Domain 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20808CB-6E72-F83B-784E-F9C9DE7E0ABD}"/>
              </a:ext>
            </a:extLst>
          </p:cNvPr>
          <p:cNvSpPr txBox="1"/>
          <p:nvPr/>
        </p:nvSpPr>
        <p:spPr>
          <a:xfrm>
            <a:off x="180835" y="2617993"/>
            <a:ext cx="15486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i.e. Lander, Rover, Moon surface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D1695AF-5A10-2845-23F8-49FC5CB9D613}"/>
              </a:ext>
            </a:extLst>
          </p:cNvPr>
          <p:cNvSpPr txBox="1"/>
          <p:nvPr/>
        </p:nvSpPr>
        <p:spPr>
          <a:xfrm>
            <a:off x="2696875" y="2671052"/>
            <a:ext cx="20625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A Domain info can be sent through the Channel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6FAA85C-85A2-D511-1FEF-EBBE82F710F4}"/>
              </a:ext>
            </a:extLst>
          </p:cNvPr>
          <p:cNvSpPr txBox="1"/>
          <p:nvPr/>
        </p:nvSpPr>
        <p:spPr>
          <a:xfrm>
            <a:off x="10371087" y="4206445"/>
            <a:ext cx="18513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Activities take Time to be carried out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C9DC86A-0F09-1535-B609-1818BB653999}"/>
              </a:ext>
            </a:extLst>
          </p:cNvPr>
          <p:cNvSpPr txBox="1"/>
          <p:nvPr/>
        </p:nvSpPr>
        <p:spPr>
          <a:xfrm>
            <a:off x="8324896" y="4189282"/>
            <a:ext cx="18513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A Contract is done for an Activity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89FFD51-1971-3C4F-F247-7E9A4D8395D2}"/>
              </a:ext>
            </a:extLst>
          </p:cNvPr>
          <p:cNvSpPr txBox="1"/>
          <p:nvPr/>
        </p:nvSpPr>
        <p:spPr>
          <a:xfrm>
            <a:off x="2025809" y="4160685"/>
            <a:ext cx="21051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Credential is made by a Domain (domain authority)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0FF8176-6D01-A65C-4643-E7A6063B223D}"/>
              </a:ext>
            </a:extLst>
          </p:cNvPr>
          <p:cNvSpPr txBox="1"/>
          <p:nvPr/>
        </p:nvSpPr>
        <p:spPr>
          <a:xfrm>
            <a:off x="5011638" y="4921252"/>
            <a:ext cx="2176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 Credential parties to a Contract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2BA997D-9787-CE87-F1DD-171D453A6093}"/>
              </a:ext>
            </a:extLst>
          </p:cNvPr>
          <p:cNvSpPr txBox="1"/>
          <p:nvPr/>
        </p:nvSpPr>
        <p:spPr>
          <a:xfrm>
            <a:off x="79833" y="4129267"/>
            <a:ext cx="17104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Domain references a Hyperspace</a:t>
            </a:r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2B2CF80A-3441-3F8D-FE59-B23FB55B7C0E}"/>
              </a:ext>
            </a:extLst>
          </p:cNvPr>
          <p:cNvCxnSpPr>
            <a:cxnSpLocks/>
            <a:stCxn id="10" idx="3"/>
            <a:endCxn id="8" idx="1"/>
          </p:cNvCxnSpPr>
          <p:nvPr/>
        </p:nvCxnSpPr>
        <p:spPr>
          <a:xfrm flipV="1">
            <a:off x="2758612" y="5982562"/>
            <a:ext cx="6668818" cy="4529"/>
          </a:xfrm>
          <a:prstGeom prst="line">
            <a:avLst/>
          </a:prstGeom>
          <a:ln w="28575"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9369EDFB-8719-7535-B956-783488C94AE4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flipH="1">
            <a:off x="1849927" y="3974303"/>
            <a:ext cx="5957" cy="1635598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4404CD81-243B-8676-890C-E0AD4849D363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4930338" y="5506965"/>
            <a:ext cx="2304213" cy="0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B02A4277-80C1-1115-B15A-937DA3A43387}"/>
              </a:ext>
            </a:extLst>
          </p:cNvPr>
          <p:cNvCxnSpPr>
            <a:cxnSpLocks/>
          </p:cNvCxnSpPr>
          <p:nvPr/>
        </p:nvCxnSpPr>
        <p:spPr>
          <a:xfrm>
            <a:off x="2764569" y="3744533"/>
            <a:ext cx="6653183" cy="2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ED8E3695-7AB7-CCD2-A531-41D7D448384B}"/>
              </a:ext>
            </a:extLst>
          </p:cNvPr>
          <p:cNvCxnSpPr>
            <a:cxnSpLocks/>
            <a:stCxn id="3" idx="2"/>
            <a:endCxn id="8" idx="0"/>
          </p:cNvCxnSpPr>
          <p:nvPr/>
        </p:nvCxnSpPr>
        <p:spPr>
          <a:xfrm>
            <a:off x="10326437" y="3979540"/>
            <a:ext cx="9678" cy="162583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8C3A8F99-2FC1-54B5-B147-07FE9C2C6543}"/>
              </a:ext>
            </a:extLst>
          </p:cNvPr>
          <p:cNvCxnSpPr>
            <a:cxnSpLocks/>
            <a:stCxn id="6" idx="2"/>
            <a:endCxn id="5" idx="0"/>
          </p:cNvCxnSpPr>
          <p:nvPr/>
        </p:nvCxnSpPr>
        <p:spPr>
          <a:xfrm>
            <a:off x="6099673" y="1155903"/>
            <a:ext cx="0" cy="1515149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9828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52344-CEB6-020A-515D-BBB5B604C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Attributes of HSML ENTITY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58A5F-768E-EDE0-F2F3-989AD694B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0F4D2-CD9E-4211-B0A3-6D53D5D6A630}" type="slidenum">
              <a:rPr lang="en-US" sz="2000" smtClean="0"/>
              <a:t>5</a:t>
            </a:fld>
            <a:endParaRPr lang="en-US" sz="200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FBEE432-21EA-E215-4A56-6C8F3D0141CF}"/>
              </a:ext>
            </a:extLst>
          </p:cNvPr>
          <p:cNvCxnSpPr/>
          <p:nvPr/>
        </p:nvCxnSpPr>
        <p:spPr>
          <a:xfrm>
            <a:off x="914400" y="1469571"/>
            <a:ext cx="50292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8D1ECC9-3ECA-B9E8-308C-A5B8BD61B9CA}"/>
              </a:ext>
            </a:extLst>
          </p:cNvPr>
          <p:cNvSpPr txBox="1"/>
          <p:nvPr/>
        </p:nvSpPr>
        <p:spPr>
          <a:xfrm>
            <a:off x="914400" y="1665348"/>
            <a:ext cx="622935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Identifiers</a:t>
            </a:r>
            <a:r>
              <a:rPr lang="en-US" sz="2400" dirty="0"/>
              <a:t> – SWIDs</a:t>
            </a:r>
            <a:r>
              <a:rPr lang="en-US" sz="2400" baseline="30000" dirty="0"/>
              <a:t>1</a:t>
            </a:r>
            <a:r>
              <a:rPr lang="en-US" sz="2400" dirty="0"/>
              <a:t> that conform to W3C did-core, </a:t>
            </a:r>
            <a:r>
              <a:rPr lang="en-US" sz="2400" dirty="0">
                <a:hlinkClick r:id="rId2"/>
              </a:rPr>
              <a:t>https://www.w3.org/TR/did-core/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Name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Description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Links </a:t>
            </a:r>
            <a:r>
              <a:rPr lang="en-US" sz="2400" dirty="0"/>
              <a:t>to other ENTITIES</a:t>
            </a:r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Properties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Type</a:t>
            </a:r>
            <a:r>
              <a:rPr lang="en-US" sz="2400" dirty="0"/>
              <a:t>: either “ENTITY” or one of the eight semantic entities in the Spatial Web ontology </a:t>
            </a:r>
          </a:p>
          <a:p>
            <a:endParaRPr lang="en-US" sz="2400" dirty="0"/>
          </a:p>
          <a:p>
            <a:r>
              <a:rPr lang="en-US" sz="2400" dirty="0"/>
              <a:t>All HSML objects derive from the Entity class.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9314492-8D6F-BF14-DE03-AC7761517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766" y="1404303"/>
            <a:ext cx="4000706" cy="1549480"/>
          </a:xfrm>
          <a:prstGeom prst="rect">
            <a:avLst/>
          </a:prstGeom>
        </p:spPr>
      </p:pic>
      <p:pic>
        <p:nvPicPr>
          <p:cNvPr id="12" name="Google Shape;523;p92">
            <a:extLst>
              <a:ext uri="{FF2B5EF4-FFF2-40B4-BE49-F238E27FC236}">
                <a16:creationId xmlns:a16="http://schemas.microsoft.com/office/drawing/2014/main" id="{D5919100-76E8-2F4A-6D95-8659A5057C4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57766" y="2646363"/>
            <a:ext cx="4400550" cy="3543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8C0C8B6-1F82-364B-4965-047EDE47B661}"/>
              </a:ext>
            </a:extLst>
          </p:cNvPr>
          <p:cNvSpPr txBox="1"/>
          <p:nvPr/>
        </p:nvSpPr>
        <p:spPr>
          <a:xfrm>
            <a:off x="838200" y="6352143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aseline="30000" dirty="0"/>
              <a:t>1</a:t>
            </a:r>
            <a:r>
              <a:rPr lang="en-US" sz="1800" dirty="0"/>
              <a:t>SWID ≡ Spatial Web Identifier</a:t>
            </a:r>
          </a:p>
        </p:txBody>
      </p:sp>
    </p:spTree>
    <p:extLst>
      <p:ext uri="{BB962C8B-B14F-4D97-AF65-F5344CB8AC3E}">
        <p14:creationId xmlns:p14="http://schemas.microsoft.com/office/powerpoint/2010/main" val="1632519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52344-CEB6-020A-515D-BBB5B604C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HSML Types Structure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58A5F-768E-EDE0-F2F3-989AD694B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0F4D2-CD9E-4211-B0A3-6D53D5D6A630}" type="slidenum">
              <a:rPr lang="en-US" sz="2000" smtClean="0"/>
              <a:t>6</a:t>
            </a:fld>
            <a:endParaRPr lang="en-US" sz="2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FBEE432-21EA-E215-4A56-6C8F3D0141CF}"/>
              </a:ext>
            </a:extLst>
          </p:cNvPr>
          <p:cNvCxnSpPr/>
          <p:nvPr/>
        </p:nvCxnSpPr>
        <p:spPr>
          <a:xfrm>
            <a:off x="914400" y="1469571"/>
            <a:ext cx="50292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D33CB830-4DD7-6A67-724D-4EA5F72EE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16" y="2029990"/>
            <a:ext cx="5570784" cy="348647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9596841-A529-1893-BCC6-142FCED9B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4904" y="2029990"/>
            <a:ext cx="5188248" cy="3358439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99C31FCA-8704-E1C8-1144-4E53EF62E722}"/>
              </a:ext>
            </a:extLst>
          </p:cNvPr>
          <p:cNvSpPr txBox="1">
            <a:spLocks/>
          </p:cNvSpPr>
          <p:nvPr/>
        </p:nvSpPr>
        <p:spPr>
          <a:xfrm>
            <a:off x="372816" y="5698308"/>
            <a:ext cx="5570784" cy="6067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/>
              <a:t>Document currently under construction</a:t>
            </a:r>
          </a:p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1FBAF94-EC05-B748-B2FB-167524D2A4B7}"/>
              </a:ext>
            </a:extLst>
          </p:cNvPr>
          <p:cNvSpPr txBox="1">
            <a:spLocks/>
          </p:cNvSpPr>
          <p:nvPr/>
        </p:nvSpPr>
        <p:spPr>
          <a:xfrm>
            <a:off x="5825208" y="5682366"/>
            <a:ext cx="5570784" cy="6067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/>
              <a:t>Schema.org webpage</a:t>
            </a:r>
          </a:p>
          <a:p>
            <a:pPr marL="0" indent="0" algn="ctr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857266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52344-CEB6-020A-515D-BBB5B604C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HSML Schema Examples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58A5F-768E-EDE0-F2F3-989AD694B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0F4D2-CD9E-4211-B0A3-6D53D5D6A630}" type="slidenum">
              <a:rPr lang="en-US" sz="2000" smtClean="0"/>
              <a:t>7</a:t>
            </a:fld>
            <a:endParaRPr lang="en-US" sz="200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FBEE432-21EA-E215-4A56-6C8F3D0141CF}"/>
              </a:ext>
            </a:extLst>
          </p:cNvPr>
          <p:cNvCxnSpPr/>
          <p:nvPr/>
        </p:nvCxnSpPr>
        <p:spPr>
          <a:xfrm>
            <a:off x="914400" y="1469571"/>
            <a:ext cx="50292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5507ED1D-5B40-4DAD-C5D8-B39CC34EE814}"/>
              </a:ext>
            </a:extLst>
          </p:cNvPr>
          <p:cNvSpPr txBox="1">
            <a:spLocks/>
          </p:cNvSpPr>
          <p:nvPr/>
        </p:nvSpPr>
        <p:spPr>
          <a:xfrm>
            <a:off x="914400" y="1967253"/>
            <a:ext cx="98298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b="1" dirty="0"/>
              <a:t>Entity</a:t>
            </a:r>
          </a:p>
          <a:p>
            <a:pPr marL="342900" indent="-342900"/>
            <a:r>
              <a:rPr lang="en-US" b="1" dirty="0"/>
              <a:t>Agent</a:t>
            </a:r>
            <a:r>
              <a:rPr lang="en-US" dirty="0"/>
              <a:t> (using modified Jared’s 3DModel)</a:t>
            </a:r>
          </a:p>
          <a:p>
            <a:pPr marL="342900" indent="-342900"/>
            <a:r>
              <a:rPr lang="en-US" b="1" dirty="0"/>
              <a:t>Credential</a:t>
            </a:r>
            <a:r>
              <a:rPr lang="en-US" dirty="0"/>
              <a:t> (that could be used for access)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8C8646-9A0B-7282-F2E8-CE9B878CD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481" y="3772807"/>
            <a:ext cx="4466764" cy="24337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C45912-2D8C-D8E6-1EC6-8D2580110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1569" y="3772110"/>
            <a:ext cx="5122465" cy="2433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990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52344-CEB6-020A-515D-BBB5B604C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HSML Schema Context (1/2)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58A5F-768E-EDE0-F2F3-989AD694B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0F4D2-CD9E-4211-B0A3-6D53D5D6A630}" type="slidenum">
              <a:rPr lang="en-US" sz="2000" smtClean="0"/>
              <a:t>8</a:t>
            </a:fld>
            <a:endParaRPr lang="en-US" sz="200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FBEE432-21EA-E215-4A56-6C8F3D0141CF}"/>
              </a:ext>
            </a:extLst>
          </p:cNvPr>
          <p:cNvCxnSpPr/>
          <p:nvPr/>
        </p:nvCxnSpPr>
        <p:spPr>
          <a:xfrm>
            <a:off x="914400" y="1469571"/>
            <a:ext cx="50292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5507ED1D-5B40-4DAD-C5D8-B39CC34EE814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9829800" cy="6067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2 options: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BF14A0-63DD-DF51-BAAF-BE6648883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2574018"/>
            <a:ext cx="5657850" cy="3429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14DEC7-9ECF-8B7F-6255-25FC9D0758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9883" y="2574018"/>
            <a:ext cx="5482412" cy="342900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F965D48D-2865-D925-7512-F5AFFD3432D6}"/>
              </a:ext>
            </a:extLst>
          </p:cNvPr>
          <p:cNvSpPr txBox="1">
            <a:spLocks/>
          </p:cNvSpPr>
          <p:nvPr/>
        </p:nvSpPr>
        <p:spPr>
          <a:xfrm>
            <a:off x="294894" y="2215186"/>
            <a:ext cx="5309189" cy="6067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1. Typing schema for Schema.org properties &amp; types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6A15325-D44F-1C24-A4C2-50B1AB301D66}"/>
              </a:ext>
            </a:extLst>
          </p:cNvPr>
          <p:cNvSpPr txBox="1">
            <a:spLocks/>
          </p:cNvSpPr>
          <p:nvPr/>
        </p:nvSpPr>
        <p:spPr>
          <a:xfrm>
            <a:off x="6289883" y="2215185"/>
            <a:ext cx="5309189" cy="6067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2. Typing </a:t>
            </a:r>
            <a:r>
              <a:rPr lang="en-US" sz="1800" dirty="0" err="1"/>
              <a:t>hsml</a:t>
            </a:r>
            <a:r>
              <a:rPr lang="en-US" sz="1800" dirty="0"/>
              <a:t> for our properties &amp; types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A08BB4-314B-0138-FAA4-74A3D44E56F6}"/>
              </a:ext>
            </a:extLst>
          </p:cNvPr>
          <p:cNvSpPr txBox="1"/>
          <p:nvPr/>
        </p:nvSpPr>
        <p:spPr>
          <a:xfrm>
            <a:off x="285750" y="6277238"/>
            <a:ext cx="81998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dirty="0"/>
              <a:t>Placeholder for public namespace: </a:t>
            </a:r>
            <a:r>
              <a:rPr lang="en-US" dirty="0">
                <a:hlinkClick r:id="rId5"/>
              </a:rPr>
              <a:t>http://example.com/hsml#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9FC020-C8CC-4935-D9E4-CDB837A8E0A1}"/>
              </a:ext>
            </a:extLst>
          </p:cNvPr>
          <p:cNvSpPr/>
          <p:nvPr/>
        </p:nvSpPr>
        <p:spPr>
          <a:xfrm>
            <a:off x="188976" y="2215185"/>
            <a:ext cx="5907024" cy="391129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436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52344-CEB6-020A-515D-BBB5B604C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476" y="81490"/>
            <a:ext cx="10515600" cy="1325563"/>
          </a:xfrm>
        </p:spPr>
        <p:txBody>
          <a:bodyPr/>
          <a:lstStyle/>
          <a:p>
            <a:r>
              <a:rPr lang="en-US" b="1" dirty="0"/>
              <a:t>HSML Schema Context (2/2)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58A5F-768E-EDE0-F2F3-989AD694B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0F4D2-CD9E-4211-B0A3-6D53D5D6A630}" type="slidenum">
              <a:rPr lang="en-US" sz="2000" smtClean="0"/>
              <a:t>9</a:t>
            </a:fld>
            <a:endParaRPr lang="en-US" sz="200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FBEE432-21EA-E215-4A56-6C8F3D0141CF}"/>
              </a:ext>
            </a:extLst>
          </p:cNvPr>
          <p:cNvCxnSpPr/>
          <p:nvPr/>
        </p:nvCxnSpPr>
        <p:spPr>
          <a:xfrm>
            <a:off x="760476" y="1213539"/>
            <a:ext cx="50292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5507ED1D-5B40-4DAD-C5D8-B39CC34EE814}"/>
              </a:ext>
            </a:extLst>
          </p:cNvPr>
          <p:cNvSpPr txBox="1">
            <a:spLocks/>
          </p:cNvSpPr>
          <p:nvPr/>
        </p:nvSpPr>
        <p:spPr>
          <a:xfrm>
            <a:off x="5203835" y="1472547"/>
            <a:ext cx="5122465" cy="59104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HSML schema </a:t>
            </a:r>
            <a:r>
              <a:rPr lang="en-US" sz="2000" b="1" dirty="0" err="1"/>
              <a:t>context.jsonld</a:t>
            </a:r>
            <a:r>
              <a:rPr lang="en-US" sz="2000" b="1" dirty="0"/>
              <a:t> </a:t>
            </a:r>
            <a:r>
              <a:rPr lang="en-US" sz="2000" dirty="0"/>
              <a:t>file stored in a local server for now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C45912-2D8C-D8E6-1EC6-8D2580110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4847" y="3498554"/>
            <a:ext cx="5122465" cy="2433751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83A8384-930E-0A49-2DDE-F3E7FA39CADA}"/>
              </a:ext>
            </a:extLst>
          </p:cNvPr>
          <p:cNvSpPr/>
          <p:nvPr/>
        </p:nvSpPr>
        <p:spPr>
          <a:xfrm>
            <a:off x="5410950" y="2234861"/>
            <a:ext cx="4680213" cy="937532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schema.org properties are mapped inside </a:t>
            </a:r>
            <a:r>
              <a:rPr lang="en-US" dirty="0" err="1"/>
              <a:t>context.jsonld</a:t>
            </a:r>
            <a:r>
              <a:rPr lang="en-US" dirty="0"/>
              <a:t> to an equally named HSML property for simplicity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9B061A-FD04-2640-5D5E-0B45A5419650}"/>
              </a:ext>
            </a:extLst>
          </p:cNvPr>
          <p:cNvSpPr txBox="1"/>
          <p:nvPr/>
        </p:nvSpPr>
        <p:spPr>
          <a:xfrm>
            <a:off x="4703818" y="598701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dirty="0"/>
              <a:t>Entity Example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F07DAB-3FD3-380A-E7B8-3BF1BF53E998}"/>
              </a:ext>
            </a:extLst>
          </p:cNvPr>
          <p:cNvSpPr txBox="1"/>
          <p:nvPr/>
        </p:nvSpPr>
        <p:spPr>
          <a:xfrm>
            <a:off x="-622218" y="6367862"/>
            <a:ext cx="60944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dirty="0"/>
              <a:t>[…]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F8577E1-51C6-C552-89D3-96A71E145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72547"/>
            <a:ext cx="3173640" cy="4901511"/>
          </a:xfrm>
          <a:prstGeom prst="rect">
            <a:avLst/>
          </a:prstGeom>
        </p:spPr>
      </p:pic>
      <p:sp>
        <p:nvSpPr>
          <p:cNvPr id="21" name="Arrow: Right 20">
            <a:extLst>
              <a:ext uri="{FF2B5EF4-FFF2-40B4-BE49-F238E27FC236}">
                <a16:creationId xmlns:a16="http://schemas.microsoft.com/office/drawing/2014/main" id="{898A1711-6378-C4E3-68F7-9235A86F7701}"/>
              </a:ext>
            </a:extLst>
          </p:cNvPr>
          <p:cNvSpPr/>
          <p:nvPr/>
        </p:nvSpPr>
        <p:spPr>
          <a:xfrm>
            <a:off x="4302225" y="1570491"/>
            <a:ext cx="746759" cy="224343"/>
          </a:xfrm>
          <a:prstGeom prst="rightArrow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22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58A5F-768E-EDE0-F2F3-989AD694B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0F4D2-CD9E-4211-B0A3-6D53D5D6A630}" type="slidenum">
              <a:rPr lang="en-US" sz="2000" smtClean="0"/>
              <a:t>10</a:t>
            </a:fld>
            <a:endParaRPr lang="en-US" sz="200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820E6D23-6FB6-0462-F115-19D1FDA1BCCE}"/>
              </a:ext>
            </a:extLst>
          </p:cNvPr>
          <p:cNvSpPr txBox="1">
            <a:spLocks/>
          </p:cNvSpPr>
          <p:nvPr/>
        </p:nvSpPr>
        <p:spPr>
          <a:xfrm>
            <a:off x="673608" y="611696"/>
            <a:ext cx="9829800" cy="6067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Agent Example: </a:t>
            </a:r>
            <a:r>
              <a:rPr lang="en-US" sz="2400" dirty="0" err="1"/>
              <a:t>kafkaUnrealProducer</a:t>
            </a:r>
            <a:r>
              <a:rPr lang="en-US" sz="2400" dirty="0"/>
              <a:t> from Jared: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0FEE46E-C029-EC27-EAA7-32714CFEF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648" y="1388136"/>
            <a:ext cx="4019760" cy="479853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6826C3C-1F86-7636-A17E-A2318E5B1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634" y="1388135"/>
            <a:ext cx="3939774" cy="479853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FD0206D-0E9F-BE50-0965-628339A76C53}"/>
              </a:ext>
            </a:extLst>
          </p:cNvPr>
          <p:cNvSpPr txBox="1"/>
          <p:nvPr/>
        </p:nvSpPr>
        <p:spPr>
          <a:xfrm>
            <a:off x="113539" y="618667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dirty="0"/>
              <a:t>Before: Using only schema.org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99663B-03E0-3029-FC46-7885DA7069BE}"/>
              </a:ext>
            </a:extLst>
          </p:cNvPr>
          <p:cNvSpPr txBox="1"/>
          <p:nvPr/>
        </p:nvSpPr>
        <p:spPr>
          <a:xfrm>
            <a:off x="5446290" y="618667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dirty="0"/>
              <a:t>Now: Using new schema</a:t>
            </a:r>
          </a:p>
        </p:txBody>
      </p:sp>
    </p:spTree>
    <p:extLst>
      <p:ext uri="{BB962C8B-B14F-4D97-AF65-F5344CB8AC3E}">
        <p14:creationId xmlns:p14="http://schemas.microsoft.com/office/powerpoint/2010/main" val="859493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58A5F-768E-EDE0-F2F3-989AD694B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0F4D2-CD9E-4211-B0A3-6D53D5D6A630}" type="slidenum">
              <a:rPr lang="en-US" sz="2000" smtClean="0"/>
              <a:t>11</a:t>
            </a:fld>
            <a:endParaRPr lang="en-US" sz="200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820E6D23-6FB6-0462-F115-19D1FDA1BCCE}"/>
              </a:ext>
            </a:extLst>
          </p:cNvPr>
          <p:cNvSpPr txBox="1">
            <a:spLocks/>
          </p:cNvSpPr>
          <p:nvPr/>
        </p:nvSpPr>
        <p:spPr>
          <a:xfrm>
            <a:off x="673608" y="611696"/>
            <a:ext cx="9829800" cy="6067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Agent Example: </a:t>
            </a:r>
            <a:r>
              <a:rPr lang="en-US" sz="2400" dirty="0" err="1"/>
              <a:t>kafkaUnrealProducer</a:t>
            </a:r>
            <a:r>
              <a:rPr lang="en-US" sz="2400" dirty="0"/>
              <a:t> from Jared: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0FEE46E-C029-EC27-EAA7-32714CFEF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648" y="1388136"/>
            <a:ext cx="4019760" cy="479853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6826C3C-1F86-7636-A17E-A2318E5B1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634" y="1388135"/>
            <a:ext cx="3939774" cy="4798539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2A1008B-0D9F-5839-B125-23D6DA1E2E19}"/>
              </a:ext>
            </a:extLst>
          </p:cNvPr>
          <p:cNvSpPr/>
          <p:nvPr/>
        </p:nvSpPr>
        <p:spPr>
          <a:xfrm>
            <a:off x="2212288" y="1490472"/>
            <a:ext cx="1390448" cy="202587"/>
          </a:xfrm>
          <a:prstGeom prst="roundRect">
            <a:avLst/>
          </a:prstGeom>
          <a:solidFill>
            <a:srgbClr val="FFFF00">
              <a:alpha val="16863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6D154C8-6849-07C7-B83E-ABA8E15EABEC}"/>
              </a:ext>
            </a:extLst>
          </p:cNvPr>
          <p:cNvSpPr/>
          <p:nvPr/>
        </p:nvSpPr>
        <p:spPr>
          <a:xfrm>
            <a:off x="2017216" y="1652421"/>
            <a:ext cx="689408" cy="202587"/>
          </a:xfrm>
          <a:prstGeom prst="roundRect">
            <a:avLst/>
          </a:prstGeom>
          <a:solidFill>
            <a:srgbClr val="FFFF00">
              <a:alpha val="16863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2B13706-79F1-C798-8C91-D3F45D798332}"/>
              </a:ext>
            </a:extLst>
          </p:cNvPr>
          <p:cNvSpPr/>
          <p:nvPr/>
        </p:nvSpPr>
        <p:spPr>
          <a:xfrm>
            <a:off x="2218104" y="2216301"/>
            <a:ext cx="1082880" cy="202587"/>
          </a:xfrm>
          <a:prstGeom prst="roundRect">
            <a:avLst/>
          </a:prstGeom>
          <a:solidFill>
            <a:srgbClr val="FFFF00">
              <a:alpha val="16863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979A47A-9B73-FF3C-45EF-58D396BE63BE}"/>
              </a:ext>
            </a:extLst>
          </p:cNvPr>
          <p:cNvSpPr/>
          <p:nvPr/>
        </p:nvSpPr>
        <p:spPr>
          <a:xfrm>
            <a:off x="1623744" y="2378250"/>
            <a:ext cx="2107008" cy="401931"/>
          </a:xfrm>
          <a:prstGeom prst="roundRect">
            <a:avLst/>
          </a:prstGeom>
          <a:solidFill>
            <a:srgbClr val="FFFF00">
              <a:alpha val="16863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432FFBE-B529-F735-3B72-0037C2A145C0}"/>
              </a:ext>
            </a:extLst>
          </p:cNvPr>
          <p:cNvSpPr/>
          <p:nvPr/>
        </p:nvSpPr>
        <p:spPr>
          <a:xfrm>
            <a:off x="2452800" y="4791456"/>
            <a:ext cx="1067640" cy="225957"/>
          </a:xfrm>
          <a:prstGeom prst="roundRect">
            <a:avLst/>
          </a:prstGeom>
          <a:solidFill>
            <a:srgbClr val="FFFF00">
              <a:alpha val="16863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FD9DC0D-19DE-B0EF-6512-F2F46B0B48DA}"/>
              </a:ext>
            </a:extLst>
          </p:cNvPr>
          <p:cNvSpPr/>
          <p:nvPr/>
        </p:nvSpPr>
        <p:spPr>
          <a:xfrm>
            <a:off x="7771560" y="4791456"/>
            <a:ext cx="1427304" cy="225957"/>
          </a:xfrm>
          <a:prstGeom prst="roundRect">
            <a:avLst/>
          </a:prstGeom>
          <a:solidFill>
            <a:srgbClr val="FFFF00">
              <a:alpha val="16863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BDED933-41F1-855C-938A-5787AAC3642C}"/>
              </a:ext>
            </a:extLst>
          </p:cNvPr>
          <p:cNvSpPr/>
          <p:nvPr/>
        </p:nvSpPr>
        <p:spPr>
          <a:xfrm>
            <a:off x="6997368" y="2486900"/>
            <a:ext cx="2805000" cy="401931"/>
          </a:xfrm>
          <a:prstGeom prst="roundRect">
            <a:avLst/>
          </a:prstGeom>
          <a:solidFill>
            <a:srgbClr val="FFFF00">
              <a:alpha val="16863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8756015-5A7E-C909-750B-5238B4D0564C}"/>
              </a:ext>
            </a:extLst>
          </p:cNvPr>
          <p:cNvSpPr/>
          <p:nvPr/>
        </p:nvSpPr>
        <p:spPr>
          <a:xfrm>
            <a:off x="7539912" y="2259009"/>
            <a:ext cx="1427304" cy="225957"/>
          </a:xfrm>
          <a:prstGeom prst="roundRect">
            <a:avLst/>
          </a:prstGeom>
          <a:solidFill>
            <a:srgbClr val="FFFF00">
              <a:alpha val="16863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1611690-A18A-DA45-75E0-4DE8004EB0BE}"/>
              </a:ext>
            </a:extLst>
          </p:cNvPr>
          <p:cNvSpPr/>
          <p:nvPr/>
        </p:nvSpPr>
        <p:spPr>
          <a:xfrm>
            <a:off x="7421040" y="1490472"/>
            <a:ext cx="2445336" cy="225957"/>
          </a:xfrm>
          <a:prstGeom prst="roundRect">
            <a:avLst/>
          </a:prstGeom>
          <a:solidFill>
            <a:srgbClr val="FFFF00">
              <a:alpha val="16863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375881A-DCE7-5520-BD73-3584923C48B7}"/>
              </a:ext>
            </a:extLst>
          </p:cNvPr>
          <p:cNvSpPr/>
          <p:nvPr/>
        </p:nvSpPr>
        <p:spPr>
          <a:xfrm>
            <a:off x="7270860" y="1693059"/>
            <a:ext cx="602124" cy="185319"/>
          </a:xfrm>
          <a:prstGeom prst="roundRect">
            <a:avLst/>
          </a:prstGeom>
          <a:solidFill>
            <a:srgbClr val="FFFF00">
              <a:alpha val="16863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BC6BFC-F52C-9A86-5796-9DB486149D83}"/>
              </a:ext>
            </a:extLst>
          </p:cNvPr>
          <p:cNvSpPr txBox="1"/>
          <p:nvPr/>
        </p:nvSpPr>
        <p:spPr>
          <a:xfrm>
            <a:off x="5446290" y="618667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dirty="0"/>
              <a:t>Now: Using new schema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5631204-9EC0-3A7B-D01E-B23943208767}"/>
              </a:ext>
            </a:extLst>
          </p:cNvPr>
          <p:cNvSpPr txBox="1"/>
          <p:nvPr/>
        </p:nvSpPr>
        <p:spPr>
          <a:xfrm>
            <a:off x="113539" y="618667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dirty="0"/>
              <a:t>Before: Using only schema.org</a:t>
            </a:r>
          </a:p>
        </p:txBody>
      </p:sp>
    </p:spTree>
    <p:extLst>
      <p:ext uri="{BB962C8B-B14F-4D97-AF65-F5344CB8AC3E}">
        <p14:creationId xmlns:p14="http://schemas.microsoft.com/office/powerpoint/2010/main" val="1220334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52344-CEB6-020A-515D-BBB5B604C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Questions &amp; Concerns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58A5F-768E-EDE0-F2F3-989AD694B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0F4D2-CD9E-4211-B0A3-6D53D5D6A630}" type="slidenum">
              <a:rPr lang="en-US" sz="2000" smtClean="0"/>
              <a:t>12</a:t>
            </a:fld>
            <a:endParaRPr lang="en-US" sz="200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FBEE432-21EA-E215-4A56-6C8F3D0141CF}"/>
              </a:ext>
            </a:extLst>
          </p:cNvPr>
          <p:cNvCxnSpPr/>
          <p:nvPr/>
        </p:nvCxnSpPr>
        <p:spPr>
          <a:xfrm>
            <a:off x="914400" y="1469571"/>
            <a:ext cx="50292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5507ED1D-5B40-4DAD-C5D8-B39CC34EE814}"/>
              </a:ext>
            </a:extLst>
          </p:cNvPr>
          <p:cNvSpPr txBox="1">
            <a:spLocks/>
          </p:cNvSpPr>
          <p:nvPr/>
        </p:nvSpPr>
        <p:spPr>
          <a:xfrm>
            <a:off x="838200" y="1690686"/>
            <a:ext cx="10235184" cy="427120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/>
              <a:t>In the future, to store our HSML schema, we need to purchase a domain, e.g. </a:t>
            </a:r>
            <a:r>
              <a:rPr lang="en-US" sz="2600" dirty="0">
                <a:hlinkClick r:id="rId2"/>
              </a:rPr>
              <a:t>https://schema.jpl.hsml.org</a:t>
            </a:r>
            <a:r>
              <a:rPr lang="en-US" sz="2600" dirty="0"/>
              <a:t>. What is the Procedure to do this within JPL?</a:t>
            </a:r>
          </a:p>
          <a:p>
            <a:r>
              <a:rPr lang="en-US" sz="2600" dirty="0"/>
              <a:t>In the meantime, we have a few options:</a:t>
            </a:r>
          </a:p>
          <a:p>
            <a:r>
              <a:rPr lang="en-US" sz="2600" dirty="0"/>
              <a:t>More Private:</a:t>
            </a:r>
          </a:p>
          <a:p>
            <a:pPr lvl="1"/>
            <a:r>
              <a:rPr lang="en-US" sz="2600" b="1" dirty="0"/>
              <a:t>Option A:</a:t>
            </a:r>
            <a:r>
              <a:rPr lang="en-US" sz="2600" dirty="0"/>
              <a:t> Use a </a:t>
            </a:r>
            <a:r>
              <a:rPr lang="en-US" sz="2600" b="1" dirty="0"/>
              <a:t>local namespace </a:t>
            </a:r>
            <a:r>
              <a:rPr lang="en-US" sz="2600" dirty="0"/>
              <a:t>or an arbitrary URL in the context of the JSON files. Each user needs to have the context stored locally or accessible through </a:t>
            </a:r>
            <a:r>
              <a:rPr lang="en-US" sz="2600" b="1" dirty="0"/>
              <a:t>Google Drive</a:t>
            </a:r>
            <a:r>
              <a:rPr lang="en-US" sz="2600" dirty="0"/>
              <a:t>. </a:t>
            </a:r>
          </a:p>
          <a:p>
            <a:pPr lvl="1"/>
            <a:r>
              <a:rPr lang="en-US" sz="2600" b="1" dirty="0"/>
              <a:t>Option B: </a:t>
            </a:r>
            <a:r>
              <a:rPr lang="en-US" sz="2600" dirty="0"/>
              <a:t>Store the schema context JSON-LD file in </a:t>
            </a:r>
            <a:r>
              <a:rPr lang="en-US" sz="2600" b="1" dirty="0"/>
              <a:t>AWS S3 </a:t>
            </a:r>
            <a:r>
              <a:rPr lang="en-US" sz="2600" dirty="0"/>
              <a:t>or </a:t>
            </a:r>
            <a:r>
              <a:rPr lang="en-US" sz="2600" b="1" dirty="0"/>
              <a:t>Google Cloud Storage</a:t>
            </a:r>
            <a:r>
              <a:rPr lang="en-US" sz="2600" dirty="0"/>
              <a:t>. They can provide URLs that are either public or accessible only to users with the proper permission</a:t>
            </a:r>
          </a:p>
          <a:p>
            <a:r>
              <a:rPr lang="en-US" sz="2600" dirty="0"/>
              <a:t>More Public:</a:t>
            </a:r>
          </a:p>
          <a:p>
            <a:pPr lvl="1"/>
            <a:r>
              <a:rPr lang="en-US" sz="2600" b="1" dirty="0"/>
              <a:t>Option C: </a:t>
            </a:r>
            <a:r>
              <a:rPr lang="en-US" sz="2600" dirty="0"/>
              <a:t>Use </a:t>
            </a:r>
            <a:r>
              <a:rPr lang="en-US" sz="2600" b="1" dirty="0"/>
              <a:t>GitHub pages </a:t>
            </a:r>
            <a:r>
              <a:rPr lang="en-US" sz="2600" dirty="0"/>
              <a:t>or a web server to have publicly accessible JSON-LD file.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99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DB33C-FCDD-55C6-A68A-FB830E17B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86150" y="2237651"/>
            <a:ext cx="9144000" cy="1207180"/>
          </a:xfrm>
        </p:spPr>
        <p:txBody>
          <a:bodyPr>
            <a:normAutofit/>
          </a:bodyPr>
          <a:lstStyle/>
          <a:p>
            <a:pPr algn="l"/>
            <a:r>
              <a:rPr lang="en-US" sz="6600" b="1" dirty="0"/>
              <a:t>ADDITIONAL SLIDES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73A88B-1BCD-9E12-85BD-0E3B4CF4CFD1}"/>
              </a:ext>
            </a:extLst>
          </p:cNvPr>
          <p:cNvSpPr/>
          <p:nvPr/>
        </p:nvSpPr>
        <p:spPr>
          <a:xfrm>
            <a:off x="0" y="0"/>
            <a:ext cx="3486150" cy="6858000"/>
          </a:xfrm>
          <a:prstGeom prst="rect">
            <a:avLst/>
          </a:prstGeom>
          <a:solidFill>
            <a:srgbClr val="96A4A8"/>
          </a:solidFill>
          <a:ln w="57150">
            <a:solidFill>
              <a:srgbClr val="96A4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C7375FF-5F0B-92E5-C1DB-A4EBA8016C60}"/>
              </a:ext>
            </a:extLst>
          </p:cNvPr>
          <p:cNvCxnSpPr/>
          <p:nvPr/>
        </p:nvCxnSpPr>
        <p:spPr>
          <a:xfrm>
            <a:off x="1987731" y="3444831"/>
            <a:ext cx="50292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0A7E6E4-AE0D-8D8C-A4C9-D7272DFF7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F70F4D2-CD9E-4211-B0A3-6D53D5D6A630}" type="slidenum">
              <a:rPr lang="en-US" sz="2000" smtClean="0"/>
              <a:t>13</a:t>
            </a:fld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9548085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DB33C-FCDD-55C6-A68A-FB830E17B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32506"/>
            <a:ext cx="9144000" cy="1207180"/>
          </a:xfrm>
        </p:spPr>
        <p:txBody>
          <a:bodyPr/>
          <a:lstStyle/>
          <a:p>
            <a:pPr algn="l"/>
            <a:r>
              <a:rPr lang="en-US" b="1" dirty="0"/>
              <a:t>HSML in Simple Words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0B3E4A-F98A-C663-E711-D2A346442B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91543"/>
            <a:ext cx="9829800" cy="1655762"/>
          </a:xfrm>
        </p:spPr>
        <p:txBody>
          <a:bodyPr>
            <a:normAutofit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 modeling language that can be read by both humas and machines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 detailed schema/map that explains how all the different data is related to each other in the system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It describes objects, relations, actions, activities and their permissions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73A88B-1BCD-9E12-85BD-0E3B4CF4CFD1}"/>
              </a:ext>
            </a:extLst>
          </p:cNvPr>
          <p:cNvSpPr/>
          <p:nvPr/>
        </p:nvSpPr>
        <p:spPr>
          <a:xfrm>
            <a:off x="0" y="0"/>
            <a:ext cx="1143000" cy="6858000"/>
          </a:xfrm>
          <a:prstGeom prst="rect">
            <a:avLst/>
          </a:prstGeom>
          <a:solidFill>
            <a:srgbClr val="96A4A8"/>
          </a:solidFill>
          <a:ln w="57150">
            <a:solidFill>
              <a:srgbClr val="96A4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9290C05-D8FB-4FE0-B79E-1DBF19B405AD}"/>
              </a:ext>
            </a:extLst>
          </p:cNvPr>
          <p:cNvSpPr txBox="1">
            <a:spLocks/>
          </p:cNvSpPr>
          <p:nvPr/>
        </p:nvSpPr>
        <p:spPr>
          <a:xfrm>
            <a:off x="1524000" y="2328409"/>
            <a:ext cx="9829800" cy="7631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/>
              <a:t>HSML ≡ Hyperspace Modeling Language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C7375FF-5F0B-92E5-C1DB-A4EBA8016C60}"/>
              </a:ext>
            </a:extLst>
          </p:cNvPr>
          <p:cNvCxnSpPr/>
          <p:nvPr/>
        </p:nvCxnSpPr>
        <p:spPr>
          <a:xfrm>
            <a:off x="1621971" y="1839686"/>
            <a:ext cx="50292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ubtitle 2">
            <a:extLst>
              <a:ext uri="{FF2B5EF4-FFF2-40B4-BE49-F238E27FC236}">
                <a16:creationId xmlns:a16="http://schemas.microsoft.com/office/drawing/2014/main" id="{E6901995-57E9-83B0-9281-347B5FA44746}"/>
              </a:ext>
            </a:extLst>
          </p:cNvPr>
          <p:cNvSpPr txBox="1">
            <a:spLocks/>
          </p:cNvSpPr>
          <p:nvPr/>
        </p:nvSpPr>
        <p:spPr>
          <a:xfrm>
            <a:off x="1621971" y="5128872"/>
            <a:ext cx="9829800" cy="7631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96900" lvl="1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</a:pPr>
            <a:r>
              <a:rPr lang="en-US" sz="2400" i="1" dirty="0">
                <a:solidFill>
                  <a:schemeClr val="dk1"/>
                </a:solidFill>
                <a:ea typeface="Poppins"/>
                <a:cs typeface="Poppins"/>
                <a:sym typeface="Poppins"/>
              </a:rPr>
              <a:t>HSML does for the Spatial Web as HTML does for the WWW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0A7E6E4-AE0D-8D8C-A4C9-D7272DFF7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F70F4D2-CD9E-4211-B0A3-6D53D5D6A630}" type="slidenum">
              <a:rPr lang="en-US" sz="2000" smtClean="0"/>
              <a:t>14</a:t>
            </a:fld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469335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52344-CEB6-020A-515D-BBB5B604C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Spatial Web Protocols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58A5F-768E-EDE0-F2F3-989AD694B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0F4D2-CD9E-4211-B0A3-6D53D5D6A630}" type="slidenum">
              <a:rPr lang="en-US" sz="2000" smtClean="0"/>
              <a:t>15</a:t>
            </a:fld>
            <a:endParaRPr lang="en-US" sz="200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FBEE432-21EA-E215-4A56-6C8F3D0141CF}"/>
              </a:ext>
            </a:extLst>
          </p:cNvPr>
          <p:cNvCxnSpPr/>
          <p:nvPr/>
        </p:nvCxnSpPr>
        <p:spPr>
          <a:xfrm>
            <a:off x="914400" y="1469571"/>
            <a:ext cx="50292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ubtitle 2">
            <a:extLst>
              <a:ext uri="{FF2B5EF4-FFF2-40B4-BE49-F238E27FC236}">
                <a16:creationId xmlns:a16="http://schemas.microsoft.com/office/drawing/2014/main" id="{D25C0BC5-18E4-08DF-F47E-95C057223B76}"/>
              </a:ext>
            </a:extLst>
          </p:cNvPr>
          <p:cNvSpPr txBox="1">
            <a:spLocks/>
          </p:cNvSpPr>
          <p:nvPr/>
        </p:nvSpPr>
        <p:spPr>
          <a:xfrm>
            <a:off x="1524000" y="2040257"/>
            <a:ext cx="9829800" cy="362330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HSML ≡ Hyperspace Modeling Language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/>
              <a:t>A multi-dimensional ontology for encoding fundamental elements and the relationships between them. </a:t>
            </a:r>
          </a:p>
          <a:p>
            <a:pPr marL="0" indent="0">
              <a:buNone/>
            </a:pPr>
            <a:r>
              <a:rPr lang="en-US" b="1" dirty="0"/>
              <a:t>HSTP ≡ Hyperspace Transaction Protocol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/>
              <a:t>A multi-dimensional range query for governing the interactions between actors and assets</a:t>
            </a:r>
          </a:p>
          <a:p>
            <a:pPr marL="0" indent="0">
              <a:buNone/>
            </a:pPr>
            <a:r>
              <a:rPr lang="en-US" b="1" dirty="0"/>
              <a:t>HSQL ≡ Hyperspace Query Language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/>
              <a:t>Syntax for performing predictive (probabilistic) queries on a vector graph document database which combines comparative, relational, and similarity searching</a:t>
            </a:r>
          </a:p>
        </p:txBody>
      </p:sp>
      <p:pic>
        <p:nvPicPr>
          <p:cNvPr id="11" name="Graphic 10" descr="Puzzle with solid fill">
            <a:extLst>
              <a:ext uri="{FF2B5EF4-FFF2-40B4-BE49-F238E27FC236}">
                <a16:creationId xmlns:a16="http://schemas.microsoft.com/office/drawing/2014/main" id="{207D0029-1E84-D949-67BC-EAFD30A0CA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640" y="1979658"/>
            <a:ext cx="594360" cy="594360"/>
          </a:xfrm>
          <a:prstGeom prst="rect">
            <a:avLst/>
          </a:prstGeom>
        </p:spPr>
      </p:pic>
      <p:pic>
        <p:nvPicPr>
          <p:cNvPr id="12" name="Graphic 11" descr="Periodic Graph with solid fill">
            <a:extLst>
              <a:ext uri="{FF2B5EF4-FFF2-40B4-BE49-F238E27FC236}">
                <a16:creationId xmlns:a16="http://schemas.microsoft.com/office/drawing/2014/main" id="{4887BB8A-F994-CF66-7512-AB3FD26E93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3646" y="4131393"/>
            <a:ext cx="686349" cy="686349"/>
          </a:xfrm>
          <a:prstGeom prst="rect">
            <a:avLst/>
          </a:prstGeom>
        </p:spPr>
      </p:pic>
      <p:pic>
        <p:nvPicPr>
          <p:cNvPr id="13" name="Graphic 12" descr="Swipe Gesture with solid fill">
            <a:extLst>
              <a:ext uri="{FF2B5EF4-FFF2-40B4-BE49-F238E27FC236}">
                <a16:creationId xmlns:a16="http://schemas.microsoft.com/office/drawing/2014/main" id="{FF85D7DE-F334-4A34-0905-DA943CE16D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3085825"/>
            <a:ext cx="686349" cy="686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4523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F5D508-B096-2E02-3631-DB1F43FF7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0F4D2-CD9E-4211-B0A3-6D53D5D6A630}" type="slidenum">
              <a:rPr lang="en-US" sz="2000" smtClean="0"/>
              <a:t>16</a:t>
            </a:fld>
            <a:endParaRPr lang="en-US" sz="2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2C3ACE-6A62-93EA-B7F3-EC2A34186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819" y="1485900"/>
            <a:ext cx="9768361" cy="40517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C1AFCA-677A-A730-6C04-1DFBB4F6E051}"/>
              </a:ext>
            </a:extLst>
          </p:cNvPr>
          <p:cNvSpPr txBox="1"/>
          <p:nvPr/>
        </p:nvSpPr>
        <p:spPr>
          <a:xfrm>
            <a:off x="914400" y="6156078"/>
            <a:ext cx="108127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From 979-8-3503-5597-0/25/$31.00 ©2025 IEEE, </a:t>
            </a:r>
          </a:p>
          <a:p>
            <a:r>
              <a:rPr lang="en-US" sz="1200" dirty="0"/>
              <a:t>Enabling Interoperable Digital Twins for Collaborative Lunar Exploration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24F32E-80B0-45AA-BB2F-2219B6CC4CA6}"/>
              </a:ext>
            </a:extLst>
          </p:cNvPr>
          <p:cNvSpPr txBox="1"/>
          <p:nvPr/>
        </p:nvSpPr>
        <p:spPr>
          <a:xfrm>
            <a:off x="1120140" y="920503"/>
            <a:ext cx="60979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In summary,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1B82583-D98C-44A2-7A19-64E07C3A96DD}"/>
              </a:ext>
            </a:extLst>
          </p:cNvPr>
          <p:cNvCxnSpPr>
            <a:cxnSpLocks/>
          </p:cNvCxnSpPr>
          <p:nvPr/>
        </p:nvCxnSpPr>
        <p:spPr>
          <a:xfrm>
            <a:off x="914400" y="860878"/>
            <a:ext cx="0" cy="4762682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49706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F5D508-B096-2E02-3631-DB1F43FF7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0F4D2-CD9E-4211-B0A3-6D53D5D6A630}" type="slidenum">
              <a:rPr lang="en-US" sz="2000" smtClean="0"/>
              <a:t>17</a:t>
            </a:fld>
            <a:endParaRPr lang="en-US" sz="2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A54181-49C3-6E16-BF9A-D20138255864}"/>
              </a:ext>
            </a:extLst>
          </p:cNvPr>
          <p:cNvSpPr txBox="1"/>
          <p:nvPr/>
        </p:nvSpPr>
        <p:spPr>
          <a:xfrm>
            <a:off x="560070" y="692764"/>
            <a:ext cx="18973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From P2874/D3.1, June 2024 Draft Standard for Spatial Web Protocol, Architecture and Governance: </a:t>
            </a: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8804BE27-31AE-3C03-449F-09D00A23C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4464" y="136525"/>
            <a:ext cx="7277736" cy="6626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0657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52344-CEB6-020A-515D-BBB5B604C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CHANNEL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58A5F-768E-EDE0-F2F3-989AD694B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0F4D2-CD9E-4211-B0A3-6D53D5D6A630}" type="slidenum">
              <a:rPr lang="en-US" sz="2000" smtClean="0"/>
              <a:t>18</a:t>
            </a:fld>
            <a:endParaRPr lang="en-US" sz="200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FBEE432-21EA-E215-4A56-6C8F3D0141CF}"/>
              </a:ext>
            </a:extLst>
          </p:cNvPr>
          <p:cNvCxnSpPr/>
          <p:nvPr/>
        </p:nvCxnSpPr>
        <p:spPr>
          <a:xfrm>
            <a:off x="914400" y="1469571"/>
            <a:ext cx="50292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8D1ECC9-3ECA-B9E8-308C-A5B8BD61B9CA}"/>
              </a:ext>
            </a:extLst>
          </p:cNvPr>
          <p:cNvSpPr txBox="1"/>
          <p:nvPr/>
        </p:nvSpPr>
        <p:spPr>
          <a:xfrm>
            <a:off x="365760" y="1665348"/>
            <a:ext cx="10634472" cy="4512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1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CHANNEL: 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stream of HSML Entities that are related to an Activity of a specific context that does not itself warrant a Domain or hierarchy.</a:t>
            </a:r>
            <a:r>
              <a:rPr lang="en-US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Channel contains HSML messages that relate to an HSML Activity. </a:t>
            </a: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CHANNEL may be a collection of CHANNELs, where the wider CHANNEL will contain all information from all lower CHANNELs. </a:t>
            </a:r>
          </a:p>
          <a:p>
            <a:pPr marL="1200150" lvl="2" indent="-28575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Kafka: </a:t>
            </a:r>
            <a:r>
              <a:rPr lang="en-US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Can we do topics contained in other topics?</a:t>
            </a:r>
            <a:endParaRPr lang="en-US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CHANNEL be specific to a specific ACTIVITY or ACTIVITIES.  </a:t>
            </a:r>
          </a:p>
          <a:p>
            <a:pPr marL="1200150" lvl="2" indent="-285750" algn="just">
              <a:lnSpc>
                <a:spcPct val="115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Kafka: have a topic destined for each Activity or collection of related Activities, where the corresponding Activities and Contracts are talked about, granted access to other Agents…</a:t>
            </a: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CHANNEL be specific to a specific AGENTS based on CREDENTIALS</a:t>
            </a:r>
          </a:p>
          <a:p>
            <a:pPr marL="1200150" lvl="2" indent="-285750" algn="just">
              <a:lnSpc>
                <a:spcPct val="115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Kafka: For each 3D Model, we have a topic. The access to subscribe to this topic will be done through a credential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8393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52344-CEB6-020A-515D-BBB5B604C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DOMAIN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2D65A-19B3-BC2D-6B2C-CBD795621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There are 6 types of Domains:</a:t>
            </a:r>
          </a:p>
          <a:p>
            <a:r>
              <a:rPr lang="en-US" b="1" dirty="0"/>
              <a:t>Geographic</a:t>
            </a:r>
            <a:r>
              <a:rPr lang="en-US" dirty="0"/>
              <a:t> — ex: Moon surface</a:t>
            </a:r>
          </a:p>
          <a:p>
            <a:r>
              <a:rPr lang="en-US" b="1" dirty="0"/>
              <a:t>Concept</a:t>
            </a:r>
            <a:r>
              <a:rPr lang="en-US" dirty="0"/>
              <a:t> — ex: Planetary Protection</a:t>
            </a:r>
          </a:p>
          <a:p>
            <a:r>
              <a:rPr lang="en-US" b="1" dirty="0"/>
              <a:t>Organization</a:t>
            </a:r>
            <a:r>
              <a:rPr lang="en-US" dirty="0"/>
              <a:t> — ex: a JPL team workplace</a:t>
            </a:r>
          </a:p>
          <a:p>
            <a:r>
              <a:rPr lang="en-US" b="1" dirty="0"/>
              <a:t>Agent</a:t>
            </a:r>
            <a:r>
              <a:rPr lang="en-US" dirty="0"/>
              <a:t> — ex: a physical rover, a digital twin, a lander</a:t>
            </a:r>
          </a:p>
          <a:p>
            <a:r>
              <a:rPr lang="en-US" b="1" dirty="0"/>
              <a:t>Person</a:t>
            </a:r>
            <a:r>
              <a:rPr lang="en-US" dirty="0"/>
              <a:t> — ex: a human person, astronaut</a:t>
            </a:r>
          </a:p>
          <a:p>
            <a:r>
              <a:rPr lang="en-US" b="1" dirty="0"/>
              <a:t>Thing</a:t>
            </a:r>
            <a:r>
              <a:rPr lang="en-US" dirty="0"/>
              <a:t> — ex: lunar rocks, the lander’s platform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58A5F-768E-EDE0-F2F3-989AD694B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0F4D2-CD9E-4211-B0A3-6D53D5D6A630}" type="slidenum">
              <a:rPr lang="en-US" sz="2000" smtClean="0"/>
              <a:t>19</a:t>
            </a:fld>
            <a:endParaRPr lang="en-US" sz="200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FBEE432-21EA-E215-4A56-6C8F3D0141CF}"/>
              </a:ext>
            </a:extLst>
          </p:cNvPr>
          <p:cNvCxnSpPr/>
          <p:nvPr/>
        </p:nvCxnSpPr>
        <p:spPr>
          <a:xfrm>
            <a:off x="914400" y="1469571"/>
            <a:ext cx="50292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49489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52344-CEB6-020A-515D-BBB5B604C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SPACE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2D65A-19B3-BC2D-6B2C-CBD795621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57453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There are different properties that can define a SPACE:</a:t>
            </a:r>
          </a:p>
          <a:p>
            <a:r>
              <a:rPr lang="fr-FR" b="1" dirty="0"/>
              <a:t>description</a:t>
            </a:r>
          </a:p>
          <a:p>
            <a:r>
              <a:rPr lang="fr-FR" b="1" dirty="0" err="1"/>
              <a:t>transform</a:t>
            </a:r>
            <a:endParaRPr lang="fr-FR" b="1" dirty="0"/>
          </a:p>
          <a:p>
            <a:r>
              <a:rPr lang="fr-FR" b="1" dirty="0"/>
              <a:t>position (</a:t>
            </a:r>
            <a:r>
              <a:rPr lang="fr-FR" b="1" dirty="0" err="1"/>
              <a:t>xyz</a:t>
            </a:r>
            <a:r>
              <a:rPr lang="fr-FR" b="1" dirty="0"/>
              <a:t>)</a:t>
            </a:r>
          </a:p>
          <a:p>
            <a:r>
              <a:rPr lang="fr-FR" b="1" dirty="0"/>
              <a:t>rotation (</a:t>
            </a:r>
            <a:r>
              <a:rPr lang="fr-FR" b="1" dirty="0" err="1"/>
              <a:t>xyz</a:t>
            </a:r>
            <a:r>
              <a:rPr lang="fr-FR" b="1" dirty="0"/>
              <a:t>)</a:t>
            </a:r>
          </a:p>
          <a:p>
            <a:r>
              <a:rPr lang="fr-FR" b="1" dirty="0"/>
              <a:t>volume (</a:t>
            </a:r>
            <a:r>
              <a:rPr lang="fr-FR" b="1" dirty="0" err="1"/>
              <a:t>xyz</a:t>
            </a:r>
            <a:r>
              <a:rPr lang="fr-FR" b="1" dirty="0"/>
              <a:t>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58A5F-768E-EDE0-F2F3-989AD694B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0F4D2-CD9E-4211-B0A3-6D53D5D6A630}" type="slidenum">
              <a:rPr lang="en-US" sz="2000" smtClean="0"/>
              <a:t>20</a:t>
            </a:fld>
            <a:endParaRPr lang="en-US" sz="200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FBEE432-21EA-E215-4A56-6C8F3D0141CF}"/>
              </a:ext>
            </a:extLst>
          </p:cNvPr>
          <p:cNvCxnSpPr/>
          <p:nvPr/>
        </p:nvCxnSpPr>
        <p:spPr>
          <a:xfrm>
            <a:off x="914400" y="1469571"/>
            <a:ext cx="50292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2B29E4F6-DDCD-9759-B863-43B1E3B52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3686" y="1111956"/>
            <a:ext cx="1910487" cy="4634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9100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071DE91-C41A-EF20-0CBE-DB8FE06BD35B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034540" y="1068705"/>
            <a:ext cx="7760970" cy="3994785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1EDA244-0F19-900A-3432-244B7B78CBE8}"/>
              </a:ext>
            </a:extLst>
          </p:cNvPr>
          <p:cNvCxnSpPr>
            <a:cxnSpLocks/>
          </p:cNvCxnSpPr>
          <p:nvPr/>
        </p:nvCxnSpPr>
        <p:spPr>
          <a:xfrm flipH="1">
            <a:off x="1771650" y="2966561"/>
            <a:ext cx="8023860" cy="1924448"/>
          </a:xfrm>
          <a:prstGeom prst="straightConnector1">
            <a:avLst/>
          </a:prstGeom>
          <a:ln w="571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42B0A03-FF7F-FBEB-1464-997445F7C47B}"/>
              </a:ext>
            </a:extLst>
          </p:cNvPr>
          <p:cNvCxnSpPr/>
          <p:nvPr/>
        </p:nvCxnSpPr>
        <p:spPr>
          <a:xfrm>
            <a:off x="2034540" y="5530215"/>
            <a:ext cx="7760970" cy="0"/>
          </a:xfrm>
          <a:prstGeom prst="straightConnector1">
            <a:avLst/>
          </a:prstGeom>
          <a:ln w="571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1AE796E-739C-7568-A20C-0905A547ED7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2034540" y="1068705"/>
            <a:ext cx="7760970" cy="0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1CB27A9-F3FD-BE16-AFC1-01E11B930ADD}"/>
              </a:ext>
            </a:extLst>
          </p:cNvPr>
          <p:cNvCxnSpPr/>
          <p:nvPr/>
        </p:nvCxnSpPr>
        <p:spPr>
          <a:xfrm flipH="1">
            <a:off x="2034540" y="845820"/>
            <a:ext cx="7760970" cy="0"/>
          </a:xfrm>
          <a:prstGeom prst="straightConnector1">
            <a:avLst/>
          </a:prstGeom>
          <a:ln w="57150">
            <a:solidFill>
              <a:schemeClr val="tx2">
                <a:lumMod val="25000"/>
                <a:lumOff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0E00AD3-5861-886D-45D1-5A298F76158D}"/>
              </a:ext>
            </a:extLst>
          </p:cNvPr>
          <p:cNvCxnSpPr>
            <a:cxnSpLocks/>
            <a:stCxn id="10" idx="1"/>
            <a:endCxn id="11" idx="3"/>
          </p:cNvCxnSpPr>
          <p:nvPr/>
        </p:nvCxnSpPr>
        <p:spPr>
          <a:xfrm flipH="1">
            <a:off x="2034540" y="5288280"/>
            <a:ext cx="7760970" cy="97155"/>
          </a:xfrm>
          <a:prstGeom prst="straightConnector1">
            <a:avLst/>
          </a:prstGeom>
          <a:ln w="57150">
            <a:solidFill>
              <a:srgbClr val="96A4A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B3B4142-4555-8F15-5962-934A473B61C2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2034540" y="1165860"/>
            <a:ext cx="7760970" cy="4122420"/>
          </a:xfrm>
          <a:prstGeom prst="straightConnector1">
            <a:avLst/>
          </a:prstGeom>
          <a:ln w="57150">
            <a:solidFill>
              <a:srgbClr val="96A4A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F5D508-B096-2E02-3631-DB1F43FF7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0F4D2-CD9E-4211-B0A3-6D53D5D6A630}" type="slidenum">
              <a:rPr lang="en-US" sz="2000" smtClean="0"/>
              <a:t>21</a:t>
            </a:fld>
            <a:endParaRPr lang="en-US" sz="20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F5DA0E-BF0A-1BBD-9A4E-3D1DE2B01D25}"/>
              </a:ext>
            </a:extLst>
          </p:cNvPr>
          <p:cNvSpPr/>
          <p:nvPr/>
        </p:nvSpPr>
        <p:spPr>
          <a:xfrm>
            <a:off x="4709160" y="377190"/>
            <a:ext cx="2411730" cy="15773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Channel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E28535-4F3D-68D8-F58E-EBC471667840}"/>
              </a:ext>
            </a:extLst>
          </p:cNvPr>
          <p:cNvSpPr/>
          <p:nvPr/>
        </p:nvSpPr>
        <p:spPr>
          <a:xfrm>
            <a:off x="4709160" y="2438400"/>
            <a:ext cx="2411730" cy="15773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Channel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8FE425-C109-D78D-A6DA-F0330A828240}"/>
              </a:ext>
            </a:extLst>
          </p:cNvPr>
          <p:cNvSpPr/>
          <p:nvPr/>
        </p:nvSpPr>
        <p:spPr>
          <a:xfrm>
            <a:off x="4709160" y="4499610"/>
            <a:ext cx="2411730" cy="15773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Channel 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72B7DD7-CA63-ACA7-3D2A-687BF0A9B3CE}"/>
              </a:ext>
            </a:extLst>
          </p:cNvPr>
          <p:cNvSpPr/>
          <p:nvPr/>
        </p:nvSpPr>
        <p:spPr>
          <a:xfrm>
            <a:off x="731520" y="628650"/>
            <a:ext cx="1303020" cy="88011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A000EA4-A20F-DF16-8C84-53C16CE3526F}"/>
              </a:ext>
            </a:extLst>
          </p:cNvPr>
          <p:cNvSpPr/>
          <p:nvPr/>
        </p:nvSpPr>
        <p:spPr>
          <a:xfrm>
            <a:off x="9795510" y="628650"/>
            <a:ext cx="1303020" cy="88011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5E62DE9-1DF9-841B-E2BA-93187BF689E4}"/>
              </a:ext>
            </a:extLst>
          </p:cNvPr>
          <p:cNvSpPr/>
          <p:nvPr/>
        </p:nvSpPr>
        <p:spPr>
          <a:xfrm>
            <a:off x="731520" y="2787015"/>
            <a:ext cx="1303020" cy="88011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B32D9EB-2628-4268-7ADF-8AA1A49202E5}"/>
              </a:ext>
            </a:extLst>
          </p:cNvPr>
          <p:cNvSpPr/>
          <p:nvPr/>
        </p:nvSpPr>
        <p:spPr>
          <a:xfrm>
            <a:off x="9795510" y="2787015"/>
            <a:ext cx="1303020" cy="88011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4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A74732C-A811-CA41-9F1F-164423DE0558}"/>
              </a:ext>
            </a:extLst>
          </p:cNvPr>
          <p:cNvSpPr/>
          <p:nvPr/>
        </p:nvSpPr>
        <p:spPr>
          <a:xfrm>
            <a:off x="9795510" y="4848225"/>
            <a:ext cx="1303020" cy="88011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6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C4F7113-3F70-B1D0-3E04-4FA64ADE8313}"/>
              </a:ext>
            </a:extLst>
          </p:cNvPr>
          <p:cNvSpPr/>
          <p:nvPr/>
        </p:nvSpPr>
        <p:spPr>
          <a:xfrm>
            <a:off x="731520" y="4945380"/>
            <a:ext cx="1303020" cy="88011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5</a:t>
            </a:r>
          </a:p>
        </p:txBody>
      </p:sp>
    </p:spTree>
    <p:extLst>
      <p:ext uri="{BB962C8B-B14F-4D97-AF65-F5344CB8AC3E}">
        <p14:creationId xmlns:p14="http://schemas.microsoft.com/office/powerpoint/2010/main" val="266307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1110</TotalTime>
  <Words>1120</Words>
  <Application>Microsoft Office PowerPoint</Application>
  <PresentationFormat>Widescreen</PresentationFormat>
  <Paragraphs>164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Aptos Display</vt:lpstr>
      <vt:lpstr>Arial</vt:lpstr>
      <vt:lpstr>Courier New</vt:lpstr>
      <vt:lpstr>Poppins</vt:lpstr>
      <vt:lpstr>Segoe UI Black</vt:lpstr>
      <vt:lpstr>Office Theme</vt:lpstr>
      <vt:lpstr>HSML Schema </vt:lpstr>
      <vt:lpstr>HSML Schema</vt:lpstr>
      <vt:lpstr>Spatial Web Ontology Entries</vt:lpstr>
      <vt:lpstr>PowerPoint Presentation</vt:lpstr>
      <vt:lpstr>Attributes of HSML ENTITY</vt:lpstr>
      <vt:lpstr>HSML Types Structure</vt:lpstr>
      <vt:lpstr>HSML Schema Examples</vt:lpstr>
      <vt:lpstr>HSML Schema Context (1/2)</vt:lpstr>
      <vt:lpstr>HSML Schema Context (2/2)</vt:lpstr>
      <vt:lpstr>PowerPoint Presentation</vt:lpstr>
      <vt:lpstr>PowerPoint Presentation</vt:lpstr>
      <vt:lpstr>Questions &amp; Concerns</vt:lpstr>
      <vt:lpstr>ADDITIONAL SLIDES</vt:lpstr>
      <vt:lpstr>HSML in Simple Words</vt:lpstr>
      <vt:lpstr>Spatial Web Protocols</vt:lpstr>
      <vt:lpstr>PowerPoint Presentation</vt:lpstr>
      <vt:lpstr>PowerPoint Presentation</vt:lpstr>
      <vt:lpstr>CHANNEL</vt:lpstr>
      <vt:lpstr>DOMAIN Types</vt:lpstr>
      <vt:lpstr>SPACE Properties</vt:lpstr>
      <vt:lpstr>PowerPoint Presentation</vt:lpstr>
    </vt:vector>
  </TitlesOfParts>
  <Company>JPL ITSD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Sanjurjo Barrio, Alicia (349B-Affiliate)</dc:creator>
  <cp:lastModifiedBy>Sanjurjo Barrio, Alicia (349B-Affiliate)</cp:lastModifiedBy>
  <cp:revision>19</cp:revision>
  <dcterms:created xsi:type="dcterms:W3CDTF">2024-11-21T17:02:32Z</dcterms:created>
  <dcterms:modified xsi:type="dcterms:W3CDTF">2024-12-08T21:10:55Z</dcterms:modified>
</cp:coreProperties>
</file>